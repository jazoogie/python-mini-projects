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32" r:id="rId1"/>
    <p:sldMasterId id="2147483733" r:id="rId2"/>
    <p:sldMasterId id="2147483734" r:id="rId3"/>
  </p:sldMasterIdLst>
  <p:notesMasterIdLst>
    <p:notesMasterId r:id="rId10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52" r:id="rId56"/>
    <p:sldId id="353" r:id="rId57"/>
    <p:sldId id="354" r:id="rId58"/>
    <p:sldId id="355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</p:sldIdLst>
  <p:sldSz cx="9144000" cy="5143500" type="screen16x9"/>
  <p:notesSz cx="6858000" cy="9144000"/>
  <p:embeddedFontLst>
    <p:embeddedFont>
      <p:font typeface="Barlow" pitchFamily="2" charset="77"/>
      <p:regular r:id="rId105"/>
      <p:bold r:id="rId106"/>
      <p:italic r:id="rId107"/>
      <p:boldItalic r:id="rId108"/>
    </p:embeddedFont>
    <p:embeddedFont>
      <p:font typeface="Cormorant Garamond" pitchFamily="2" charset="77"/>
      <p:regular r:id="rId109"/>
      <p:bold r:id="rId110"/>
      <p:italic r:id="rId111"/>
      <p:boldItalic r:id="rId1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notesMaster" Target="notesMasters/notesMaster1.xml"/><Relationship Id="rId105" Type="http://schemas.openxmlformats.org/officeDocument/2006/relationships/font" Target="fonts/font1.fntdata"/><Relationship Id="rId106" Type="http://schemas.openxmlformats.org/officeDocument/2006/relationships/font" Target="fonts/font2.fntdata"/><Relationship Id="rId107" Type="http://schemas.openxmlformats.org/officeDocument/2006/relationships/font" Target="fonts/font3.fntdata"/><Relationship Id="rId108" Type="http://schemas.openxmlformats.org/officeDocument/2006/relationships/font" Target="fonts/font4.fntdata"/><Relationship Id="rId109" Type="http://schemas.openxmlformats.org/officeDocument/2006/relationships/font" Target="fonts/font5.fntdata"/><Relationship Id="rId110" Type="http://schemas.openxmlformats.org/officeDocument/2006/relationships/font" Target="fonts/font6.fntdata"/><Relationship Id="rId111" Type="http://schemas.openxmlformats.org/officeDocument/2006/relationships/font" Target="fonts/font7.fntdata"/><Relationship Id="rId112" Type="http://schemas.openxmlformats.org/officeDocument/2006/relationships/font" Target="fonts/font8.fntdata"/><Relationship Id="rId113" Type="http://schemas.openxmlformats.org/officeDocument/2006/relationships/presProps" Target="presProps.xml"/><Relationship Id="rId114" Type="http://schemas.openxmlformats.org/officeDocument/2006/relationships/viewProps" Target="viewProps.xml"/><Relationship Id="rId115" Type="http://schemas.openxmlformats.org/officeDocument/2006/relationships/theme" Target="theme/theme1.xml"/><Relationship Id="rId11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First Votes</c:v>
                </c:pt>
              </c:strCache>
            </c:strRef>
          </c:tx>
          <c:dPt>
            <c:idx val="0"/>
            <c:spPr>
              <a:solidFill>
                <a:srgbClr val="FFD700"/>
              </a:solidFill>
            </c:spPr>
          </c:dPt>
          <c:dPt>
            <c:idx val="1"/>
            <c:spPr>
              <a:solidFill>
                <a:srgbClr val="FFD700"/>
              </a:solidFill>
            </c:spPr>
          </c:dPt>
          <c:dPt>
            <c:idx val="2"/>
            <c:spPr>
              <a:solidFill>
                <a:srgbClr val="FFD700"/>
              </a:solidFill>
            </c:spPr>
          </c:dPt>
          <c:dPt>
            <c:idx val="3"/>
            <c:spPr>
              <a:solidFill>
                <a:srgbClr val="FFD700"/>
              </a:solidFill>
            </c:spPr>
          </c:dPt>
          <c:dPt>
            <c:idx val="4"/>
            <c:spPr>
              <a:solidFill>
                <a:srgbClr val="FFD700"/>
              </a:solidFill>
            </c:spPr>
          </c:dPt>
          <c:dPt>
            <c:idx val="5"/>
            <c:spPr>
              <a:solidFill>
                <a:srgbClr val="FFD700"/>
              </a:solidFill>
            </c:spPr>
          </c:dPt>
          <c:dPt>
            <c:idx val="6"/>
            <c:spPr>
              <a:solidFill>
                <a:srgbClr val="FFD700"/>
              </a:solidFill>
            </c:spPr>
          </c:dPt>
          <c:dPt>
            <c:idx val="7"/>
            <c:spPr>
              <a:solidFill>
                <a:srgbClr val="FFD700"/>
              </a:solidFill>
            </c:spPr>
          </c:dPt>
          <c:dPt>
            <c:idx val="8"/>
            <c:spPr>
              <a:solidFill>
                <a:srgbClr val="FFD700"/>
              </a:solidFill>
            </c:spPr>
          </c:dPt>
          <c:dPt>
            <c:idx val="9"/>
            <c:spPr>
              <a:solidFill>
                <a:srgbClr val="FFD700"/>
              </a:solidFill>
            </c:spPr>
          </c:dPt>
          <c:cat>
            <c:strRef>
              <c:f>Sheet1!$A$2:$A$11</c:f>
              <c:strCache>
                <c:ptCount val="10"/>
                <c:pt idx="0">
                  <c:v>Drew</c:v>
                </c:pt>
                <c:pt idx="1">
                  <c:v>Alex</c:v>
                </c:pt>
                <c:pt idx="2">
                  <c:v>Louise</c:v>
                </c:pt>
                <c:pt idx="3">
                  <c:v>Casey</c:v>
                </c:pt>
                <c:pt idx="4">
                  <c:v>Morgan</c:v>
                </c:pt>
                <c:pt idx="5">
                  <c:v>Jordan</c:v>
                </c:pt>
                <c:pt idx="6">
                  <c:v>Jesse</c:v>
                </c:pt>
                <c:pt idx="7">
                  <c:v>Taylor</c:v>
                </c:pt>
                <c:pt idx="8">
                  <c:v>Sam</c:v>
                </c:pt>
                <c:pt idx="9">
                  <c:v>Riley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Second Votes</c:v>
                </c:pt>
              </c:strCache>
            </c:strRef>
          </c:tx>
          <c:dPt>
            <c:idx val="0"/>
            <c:spPr>
              <a:solidFill>
                <a:srgbClr val="C0C0C0"/>
              </a:solidFill>
            </c:spPr>
          </c:dPt>
          <c:dPt>
            <c:idx val="1"/>
            <c:spPr>
              <a:solidFill>
                <a:srgbClr val="C0C0C0"/>
              </a:solidFill>
            </c:spPr>
          </c:dPt>
          <c:dPt>
            <c:idx val="2"/>
            <c:spPr>
              <a:solidFill>
                <a:srgbClr val="C0C0C0"/>
              </a:solidFill>
            </c:spPr>
          </c:dPt>
          <c:dPt>
            <c:idx val="3"/>
            <c:spPr>
              <a:solidFill>
                <a:srgbClr val="C0C0C0"/>
              </a:solidFill>
            </c:spPr>
          </c:dPt>
          <c:dPt>
            <c:idx val="4"/>
            <c:spPr>
              <a:solidFill>
                <a:srgbClr val="C0C0C0"/>
              </a:solidFill>
            </c:spPr>
          </c:dPt>
          <c:dPt>
            <c:idx val="5"/>
            <c:spPr>
              <a:solidFill>
                <a:srgbClr val="C0C0C0"/>
              </a:solidFill>
            </c:spPr>
          </c:dPt>
          <c:dPt>
            <c:idx val="6"/>
            <c:spPr>
              <a:solidFill>
                <a:srgbClr val="C0C0C0"/>
              </a:solidFill>
            </c:spPr>
          </c:dPt>
          <c:dPt>
            <c:idx val="7"/>
            <c:spPr>
              <a:solidFill>
                <a:srgbClr val="C0C0C0"/>
              </a:solidFill>
            </c:spPr>
          </c:dPt>
          <c:dPt>
            <c:idx val="8"/>
            <c:spPr>
              <a:solidFill>
                <a:srgbClr val="C0C0C0"/>
              </a:solidFill>
            </c:spPr>
          </c:dPt>
          <c:dPt>
            <c:idx val="9"/>
            <c:spPr>
              <a:solidFill>
                <a:srgbClr val="C0C0C0"/>
              </a:solidFill>
            </c:spPr>
          </c:dPt>
          <c:cat>
            <c:strRef>
              <c:f>Sheet1!$A$2:$A$11</c:f>
              <c:strCache>
                <c:ptCount val="10"/>
                <c:pt idx="0">
                  <c:v>Drew</c:v>
                </c:pt>
                <c:pt idx="1">
                  <c:v>Alex</c:v>
                </c:pt>
                <c:pt idx="2">
                  <c:v>Louise</c:v>
                </c:pt>
                <c:pt idx="3">
                  <c:v>Casey</c:v>
                </c:pt>
                <c:pt idx="4">
                  <c:v>Morgan</c:v>
                </c:pt>
                <c:pt idx="5">
                  <c:v>Jordan</c:v>
                </c:pt>
                <c:pt idx="6">
                  <c:v>Jesse</c:v>
                </c:pt>
                <c:pt idx="7">
                  <c:v>Taylor</c:v>
                </c:pt>
                <c:pt idx="8">
                  <c:v>Sam</c:v>
                </c:pt>
                <c:pt idx="9">
                  <c:v>Riley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4</c:v>
                </c:pt>
                <c:pt idx="4">
                  <c:v>0</c:v>
                </c:pt>
                <c:pt idx="5">
                  <c:v>2</c:v>
                </c:pt>
                <c:pt idx="6">
                  <c:v>2</c:v>
                </c:pt>
                <c:pt idx="7">
                  <c:v>4</c:v>
                </c:pt>
                <c:pt idx="8">
                  <c:v>6</c:v>
                </c:pt>
                <c:pt idx="9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Third Votes</c:v>
                </c:pt>
              </c:strCache>
            </c:strRef>
          </c:tx>
          <c:dPt>
            <c:idx val="0"/>
            <c:spPr>
              <a:solidFill>
                <a:srgbClr val="CD7F32"/>
              </a:solidFill>
            </c:spPr>
          </c:dPt>
          <c:dPt>
            <c:idx val="1"/>
            <c:spPr>
              <a:solidFill>
                <a:srgbClr val="CD7F32"/>
              </a:solidFill>
            </c:spPr>
          </c:dPt>
          <c:dPt>
            <c:idx val="2"/>
            <c:spPr>
              <a:solidFill>
                <a:srgbClr val="CD7F32"/>
              </a:solidFill>
            </c:spPr>
          </c:dPt>
          <c:dPt>
            <c:idx val="3"/>
            <c:spPr>
              <a:solidFill>
                <a:srgbClr val="CD7F32"/>
              </a:solidFill>
            </c:spPr>
          </c:dPt>
          <c:dPt>
            <c:idx val="4"/>
            <c:spPr>
              <a:solidFill>
                <a:srgbClr val="CD7F32"/>
              </a:solidFill>
            </c:spPr>
          </c:dPt>
          <c:dPt>
            <c:idx val="5"/>
            <c:spPr>
              <a:solidFill>
                <a:srgbClr val="CD7F32"/>
              </a:solidFill>
            </c:spPr>
          </c:dPt>
          <c:dPt>
            <c:idx val="6"/>
            <c:spPr>
              <a:solidFill>
                <a:srgbClr val="CD7F32"/>
              </a:solidFill>
            </c:spPr>
          </c:dPt>
          <c:dPt>
            <c:idx val="7"/>
            <c:spPr>
              <a:solidFill>
                <a:srgbClr val="CD7F32"/>
              </a:solidFill>
            </c:spPr>
          </c:dPt>
          <c:dPt>
            <c:idx val="8"/>
            <c:spPr>
              <a:solidFill>
                <a:srgbClr val="CD7F32"/>
              </a:solidFill>
            </c:spPr>
          </c:dPt>
          <c:dPt>
            <c:idx val="9"/>
            <c:spPr>
              <a:solidFill>
                <a:srgbClr val="CD7F32"/>
              </a:solidFill>
            </c:spPr>
          </c:dPt>
          <c:cat>
            <c:strRef>
              <c:f>Sheet1!$A$2:$A$11</c:f>
              <c:strCache>
                <c:ptCount val="10"/>
                <c:pt idx="0">
                  <c:v>Drew</c:v>
                </c:pt>
                <c:pt idx="1">
                  <c:v>Alex</c:v>
                </c:pt>
                <c:pt idx="2">
                  <c:v>Louise</c:v>
                </c:pt>
                <c:pt idx="3">
                  <c:v>Casey</c:v>
                </c:pt>
                <c:pt idx="4">
                  <c:v>Morgan</c:v>
                </c:pt>
                <c:pt idx="5">
                  <c:v>Jordan</c:v>
                </c:pt>
                <c:pt idx="6">
                  <c:v>Jesse</c:v>
                </c:pt>
                <c:pt idx="7">
                  <c:v>Taylor</c:v>
                </c:pt>
                <c:pt idx="8">
                  <c:v>Sam</c:v>
                </c:pt>
                <c:pt idx="9">
                  <c:v>Riley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  <c:pt idx="7">
                  <c:v>0</c:v>
                </c:pt>
                <c:pt idx="8">
                  <c:v>1</c:v>
                </c:pt>
                <c:pt idx="9">
                  <c:v>2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00000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00000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First Votes</c:v>
                </c:pt>
              </c:strCache>
            </c:strRef>
          </c:tx>
          <c:dPt>
            <c:idx val="0"/>
            <c:spPr>
              <a:solidFill>
                <a:srgbClr val="FFD700"/>
              </a:solidFill>
            </c:spPr>
          </c:dPt>
          <c:dPt>
            <c:idx val="1"/>
            <c:spPr>
              <a:solidFill>
                <a:srgbClr val="FFD700"/>
              </a:solidFill>
            </c:spPr>
          </c:dPt>
          <c:dPt>
            <c:idx val="2"/>
            <c:spPr>
              <a:solidFill>
                <a:srgbClr val="FFD700"/>
              </a:solidFill>
            </c:spPr>
          </c:dPt>
          <c:dPt>
            <c:idx val="3"/>
            <c:spPr>
              <a:solidFill>
                <a:srgbClr val="FFD700"/>
              </a:solidFill>
            </c:spPr>
          </c:dPt>
          <c:dPt>
            <c:idx val="4"/>
            <c:spPr>
              <a:solidFill>
                <a:srgbClr val="FFD700"/>
              </a:solidFill>
            </c:spPr>
          </c:dPt>
          <c:dPt>
            <c:idx val="5"/>
            <c:spPr>
              <a:solidFill>
                <a:srgbClr val="FFD700"/>
              </a:solidFill>
            </c:spPr>
          </c:dPt>
          <c:dPt>
            <c:idx val="6"/>
            <c:spPr>
              <a:solidFill>
                <a:srgbClr val="FFD700"/>
              </a:solidFill>
            </c:spPr>
          </c:dPt>
          <c:dPt>
            <c:idx val="7"/>
            <c:spPr>
              <a:solidFill>
                <a:srgbClr val="FFD700"/>
              </a:solidFill>
            </c:spPr>
          </c:dPt>
          <c:dPt>
            <c:idx val="8"/>
            <c:spPr>
              <a:solidFill>
                <a:srgbClr val="FFD700"/>
              </a:solidFill>
            </c:spPr>
          </c:dPt>
          <c:dPt>
            <c:idx val="9"/>
            <c:spPr>
              <a:solidFill>
                <a:srgbClr val="FFD700"/>
              </a:solidFill>
            </c:spPr>
          </c:dPt>
          <c:cat>
            <c:strRef>
              <c:f>Sheet1!$A$2:$A$11</c:f>
              <c:strCache>
                <c:ptCount val="10"/>
                <c:pt idx="0">
                  <c:v>Alex</c:v>
                </c:pt>
                <c:pt idx="1">
                  <c:v>Riley</c:v>
                </c:pt>
                <c:pt idx="2">
                  <c:v>Louise</c:v>
                </c:pt>
                <c:pt idx="3">
                  <c:v>Taylor</c:v>
                </c:pt>
                <c:pt idx="4">
                  <c:v>Sam</c:v>
                </c:pt>
                <c:pt idx="5">
                  <c:v>Jesse</c:v>
                </c:pt>
                <c:pt idx="6">
                  <c:v>Casey</c:v>
                </c:pt>
                <c:pt idx="7">
                  <c:v>Drew</c:v>
                </c:pt>
                <c:pt idx="8">
                  <c:v>Morgan</c:v>
                </c:pt>
                <c:pt idx="9">
                  <c:v>Jordan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3</c:v>
                </c:pt>
                <c:pt idx="4">
                  <c:v>6</c:v>
                </c:pt>
                <c:pt idx="5">
                  <c:v>0</c:v>
                </c:pt>
                <c:pt idx="6">
                  <c:v>3</c:v>
                </c:pt>
                <c:pt idx="7">
                  <c:v>3</c:v>
                </c:pt>
                <c:pt idx="8">
                  <c:v>6</c:v>
                </c:pt>
                <c:pt idx="9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Second Votes</c:v>
                </c:pt>
              </c:strCache>
            </c:strRef>
          </c:tx>
          <c:dPt>
            <c:idx val="0"/>
            <c:spPr>
              <a:solidFill>
                <a:srgbClr val="C0C0C0"/>
              </a:solidFill>
            </c:spPr>
          </c:dPt>
          <c:dPt>
            <c:idx val="1"/>
            <c:spPr>
              <a:solidFill>
                <a:srgbClr val="C0C0C0"/>
              </a:solidFill>
            </c:spPr>
          </c:dPt>
          <c:dPt>
            <c:idx val="2"/>
            <c:spPr>
              <a:solidFill>
                <a:srgbClr val="C0C0C0"/>
              </a:solidFill>
            </c:spPr>
          </c:dPt>
          <c:dPt>
            <c:idx val="3"/>
            <c:spPr>
              <a:solidFill>
                <a:srgbClr val="C0C0C0"/>
              </a:solidFill>
            </c:spPr>
          </c:dPt>
          <c:dPt>
            <c:idx val="4"/>
            <c:spPr>
              <a:solidFill>
                <a:srgbClr val="C0C0C0"/>
              </a:solidFill>
            </c:spPr>
          </c:dPt>
          <c:dPt>
            <c:idx val="5"/>
            <c:spPr>
              <a:solidFill>
                <a:srgbClr val="C0C0C0"/>
              </a:solidFill>
            </c:spPr>
          </c:dPt>
          <c:dPt>
            <c:idx val="6"/>
            <c:spPr>
              <a:solidFill>
                <a:srgbClr val="C0C0C0"/>
              </a:solidFill>
            </c:spPr>
          </c:dPt>
          <c:dPt>
            <c:idx val="7"/>
            <c:spPr>
              <a:solidFill>
                <a:srgbClr val="C0C0C0"/>
              </a:solidFill>
            </c:spPr>
          </c:dPt>
          <c:dPt>
            <c:idx val="8"/>
            <c:spPr>
              <a:solidFill>
                <a:srgbClr val="C0C0C0"/>
              </a:solidFill>
            </c:spPr>
          </c:dPt>
          <c:dPt>
            <c:idx val="9"/>
            <c:spPr>
              <a:solidFill>
                <a:srgbClr val="C0C0C0"/>
              </a:solidFill>
            </c:spPr>
          </c:dPt>
          <c:cat>
            <c:strRef>
              <c:f>Sheet1!$A$2:$A$11</c:f>
              <c:strCache>
                <c:ptCount val="10"/>
                <c:pt idx="0">
                  <c:v>Alex</c:v>
                </c:pt>
                <c:pt idx="1">
                  <c:v>Riley</c:v>
                </c:pt>
                <c:pt idx="2">
                  <c:v>Louise</c:v>
                </c:pt>
                <c:pt idx="3">
                  <c:v>Taylor</c:v>
                </c:pt>
                <c:pt idx="4">
                  <c:v>Sam</c:v>
                </c:pt>
                <c:pt idx="5">
                  <c:v>Jesse</c:v>
                </c:pt>
                <c:pt idx="6">
                  <c:v>Casey</c:v>
                </c:pt>
                <c:pt idx="7">
                  <c:v>Drew</c:v>
                </c:pt>
                <c:pt idx="8">
                  <c:v>Morgan</c:v>
                </c:pt>
                <c:pt idx="9">
                  <c:v>Jordan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2</c:v>
                </c:pt>
                <c:pt idx="2">
                  <c:v>0</c:v>
                </c:pt>
                <c:pt idx="3">
                  <c:v>2</c:v>
                </c:pt>
                <c:pt idx="4">
                  <c:v>0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2</c:v>
                </c:pt>
                <c:pt idx="9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Third Votes</c:v>
                </c:pt>
              </c:strCache>
            </c:strRef>
          </c:tx>
          <c:dPt>
            <c:idx val="0"/>
            <c:spPr>
              <a:solidFill>
                <a:srgbClr val="CD7F32"/>
              </a:solidFill>
            </c:spPr>
          </c:dPt>
          <c:dPt>
            <c:idx val="1"/>
            <c:spPr>
              <a:solidFill>
                <a:srgbClr val="CD7F32"/>
              </a:solidFill>
            </c:spPr>
          </c:dPt>
          <c:dPt>
            <c:idx val="2"/>
            <c:spPr>
              <a:solidFill>
                <a:srgbClr val="CD7F32"/>
              </a:solidFill>
            </c:spPr>
          </c:dPt>
          <c:dPt>
            <c:idx val="3"/>
            <c:spPr>
              <a:solidFill>
                <a:srgbClr val="CD7F32"/>
              </a:solidFill>
            </c:spPr>
          </c:dPt>
          <c:dPt>
            <c:idx val="4"/>
            <c:spPr>
              <a:solidFill>
                <a:srgbClr val="CD7F32"/>
              </a:solidFill>
            </c:spPr>
          </c:dPt>
          <c:dPt>
            <c:idx val="5"/>
            <c:spPr>
              <a:solidFill>
                <a:srgbClr val="CD7F32"/>
              </a:solidFill>
            </c:spPr>
          </c:dPt>
          <c:dPt>
            <c:idx val="6"/>
            <c:spPr>
              <a:solidFill>
                <a:srgbClr val="CD7F32"/>
              </a:solidFill>
            </c:spPr>
          </c:dPt>
          <c:dPt>
            <c:idx val="7"/>
            <c:spPr>
              <a:solidFill>
                <a:srgbClr val="CD7F32"/>
              </a:solidFill>
            </c:spPr>
          </c:dPt>
          <c:dPt>
            <c:idx val="8"/>
            <c:spPr>
              <a:solidFill>
                <a:srgbClr val="CD7F32"/>
              </a:solidFill>
            </c:spPr>
          </c:dPt>
          <c:dPt>
            <c:idx val="9"/>
            <c:spPr>
              <a:solidFill>
                <a:srgbClr val="CD7F32"/>
              </a:solidFill>
            </c:spPr>
          </c:dPt>
          <c:cat>
            <c:strRef>
              <c:f>Sheet1!$A$2:$A$11</c:f>
              <c:strCache>
                <c:ptCount val="10"/>
                <c:pt idx="0">
                  <c:v>Alex</c:v>
                </c:pt>
                <c:pt idx="1">
                  <c:v>Riley</c:v>
                </c:pt>
                <c:pt idx="2">
                  <c:v>Louise</c:v>
                </c:pt>
                <c:pt idx="3">
                  <c:v>Taylor</c:v>
                </c:pt>
                <c:pt idx="4">
                  <c:v>Sam</c:v>
                </c:pt>
                <c:pt idx="5">
                  <c:v>Jesse</c:v>
                </c:pt>
                <c:pt idx="6">
                  <c:v>Casey</c:v>
                </c:pt>
                <c:pt idx="7">
                  <c:v>Drew</c:v>
                </c:pt>
                <c:pt idx="8">
                  <c:v>Morgan</c:v>
                </c:pt>
                <c:pt idx="9">
                  <c:v>Jordan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3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  <c:pt idx="5">
                  <c:v>2</c:v>
                </c:pt>
                <c:pt idx="6">
                  <c:v>0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00000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00000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First Votes</c:v>
                </c:pt>
              </c:strCache>
            </c:strRef>
          </c:tx>
          <c:dPt>
            <c:idx val="0"/>
            <c:spPr>
              <a:solidFill>
                <a:srgbClr val="FFD700"/>
              </a:solidFill>
            </c:spPr>
          </c:dPt>
          <c:dPt>
            <c:idx val="1"/>
            <c:spPr>
              <a:solidFill>
                <a:srgbClr val="FFD700"/>
              </a:solidFill>
            </c:spPr>
          </c:dPt>
          <c:dPt>
            <c:idx val="2"/>
            <c:spPr>
              <a:solidFill>
                <a:srgbClr val="FFD700"/>
              </a:solidFill>
            </c:spPr>
          </c:dPt>
          <c:dPt>
            <c:idx val="3"/>
            <c:spPr>
              <a:solidFill>
                <a:srgbClr val="FFD700"/>
              </a:solidFill>
            </c:spPr>
          </c:dPt>
          <c:dPt>
            <c:idx val="4"/>
            <c:spPr>
              <a:solidFill>
                <a:srgbClr val="FFD700"/>
              </a:solidFill>
            </c:spPr>
          </c:dPt>
          <c:dPt>
            <c:idx val="5"/>
            <c:spPr>
              <a:solidFill>
                <a:srgbClr val="FFD700"/>
              </a:solidFill>
            </c:spPr>
          </c:dPt>
          <c:dPt>
            <c:idx val="6"/>
            <c:spPr>
              <a:solidFill>
                <a:srgbClr val="FFD700"/>
              </a:solidFill>
            </c:spPr>
          </c:dPt>
          <c:dPt>
            <c:idx val="7"/>
            <c:spPr>
              <a:solidFill>
                <a:srgbClr val="FFD700"/>
              </a:solidFill>
            </c:spPr>
          </c:dPt>
          <c:dPt>
            <c:idx val="8"/>
            <c:spPr>
              <a:solidFill>
                <a:srgbClr val="FFD700"/>
              </a:solidFill>
            </c:spPr>
          </c:dPt>
          <c:dPt>
            <c:idx val="9"/>
            <c:spPr>
              <a:solidFill>
                <a:srgbClr val="FFD700"/>
              </a:solidFill>
            </c:spPr>
          </c:dPt>
          <c:cat>
            <c:strRef>
              <c:f>Sheet1!$A$2:$A$11</c:f>
              <c:strCache>
                <c:ptCount val="10"/>
                <c:pt idx="0">
                  <c:v>Sam</c:v>
                </c:pt>
                <c:pt idx="1">
                  <c:v>Morgan</c:v>
                </c:pt>
                <c:pt idx="2">
                  <c:v>Alex</c:v>
                </c:pt>
                <c:pt idx="3">
                  <c:v>Drew</c:v>
                </c:pt>
                <c:pt idx="4">
                  <c:v>Jesse</c:v>
                </c:pt>
                <c:pt idx="5">
                  <c:v>Jordan</c:v>
                </c:pt>
                <c:pt idx="6">
                  <c:v>Louise</c:v>
                </c:pt>
                <c:pt idx="7">
                  <c:v>Taylor</c:v>
                </c:pt>
                <c:pt idx="8">
                  <c:v>Casey</c:v>
                </c:pt>
                <c:pt idx="9">
                  <c:v>Riley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Second Votes</c:v>
                </c:pt>
              </c:strCache>
            </c:strRef>
          </c:tx>
          <c:dPt>
            <c:idx val="0"/>
            <c:spPr>
              <a:solidFill>
                <a:srgbClr val="C0C0C0"/>
              </a:solidFill>
            </c:spPr>
          </c:dPt>
          <c:dPt>
            <c:idx val="1"/>
            <c:spPr>
              <a:solidFill>
                <a:srgbClr val="C0C0C0"/>
              </a:solidFill>
            </c:spPr>
          </c:dPt>
          <c:dPt>
            <c:idx val="2"/>
            <c:spPr>
              <a:solidFill>
                <a:srgbClr val="C0C0C0"/>
              </a:solidFill>
            </c:spPr>
          </c:dPt>
          <c:dPt>
            <c:idx val="3"/>
            <c:spPr>
              <a:solidFill>
                <a:srgbClr val="C0C0C0"/>
              </a:solidFill>
            </c:spPr>
          </c:dPt>
          <c:dPt>
            <c:idx val="4"/>
            <c:spPr>
              <a:solidFill>
                <a:srgbClr val="C0C0C0"/>
              </a:solidFill>
            </c:spPr>
          </c:dPt>
          <c:dPt>
            <c:idx val="5"/>
            <c:spPr>
              <a:solidFill>
                <a:srgbClr val="C0C0C0"/>
              </a:solidFill>
            </c:spPr>
          </c:dPt>
          <c:dPt>
            <c:idx val="6"/>
            <c:spPr>
              <a:solidFill>
                <a:srgbClr val="C0C0C0"/>
              </a:solidFill>
            </c:spPr>
          </c:dPt>
          <c:dPt>
            <c:idx val="7"/>
            <c:spPr>
              <a:solidFill>
                <a:srgbClr val="C0C0C0"/>
              </a:solidFill>
            </c:spPr>
          </c:dPt>
          <c:dPt>
            <c:idx val="8"/>
            <c:spPr>
              <a:solidFill>
                <a:srgbClr val="C0C0C0"/>
              </a:solidFill>
            </c:spPr>
          </c:dPt>
          <c:dPt>
            <c:idx val="9"/>
            <c:spPr>
              <a:solidFill>
                <a:srgbClr val="C0C0C0"/>
              </a:solidFill>
            </c:spPr>
          </c:dPt>
          <c:cat>
            <c:strRef>
              <c:f>Sheet1!$A$2:$A$11</c:f>
              <c:strCache>
                <c:ptCount val="10"/>
                <c:pt idx="0">
                  <c:v>Sam</c:v>
                </c:pt>
                <c:pt idx="1">
                  <c:v>Morgan</c:v>
                </c:pt>
                <c:pt idx="2">
                  <c:v>Alex</c:v>
                </c:pt>
                <c:pt idx="3">
                  <c:v>Drew</c:v>
                </c:pt>
                <c:pt idx="4">
                  <c:v>Jesse</c:v>
                </c:pt>
                <c:pt idx="5">
                  <c:v>Jordan</c:v>
                </c:pt>
                <c:pt idx="6">
                  <c:v>Louise</c:v>
                </c:pt>
                <c:pt idx="7">
                  <c:v>Taylor</c:v>
                </c:pt>
                <c:pt idx="8">
                  <c:v>Casey</c:v>
                </c:pt>
                <c:pt idx="9">
                  <c:v>Riley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  <c:pt idx="5">
                  <c:v>0</c:v>
                </c:pt>
                <c:pt idx="6">
                  <c:v>2</c:v>
                </c:pt>
                <c:pt idx="7">
                  <c:v>0</c:v>
                </c:pt>
                <c:pt idx="8">
                  <c:v>2</c:v>
                </c:pt>
                <c:pt idx="9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Third Votes</c:v>
                </c:pt>
              </c:strCache>
            </c:strRef>
          </c:tx>
          <c:dPt>
            <c:idx val="0"/>
            <c:spPr>
              <a:solidFill>
                <a:srgbClr val="CD7F32"/>
              </a:solidFill>
            </c:spPr>
          </c:dPt>
          <c:dPt>
            <c:idx val="1"/>
            <c:spPr>
              <a:solidFill>
                <a:srgbClr val="CD7F32"/>
              </a:solidFill>
            </c:spPr>
          </c:dPt>
          <c:dPt>
            <c:idx val="2"/>
            <c:spPr>
              <a:solidFill>
                <a:srgbClr val="CD7F32"/>
              </a:solidFill>
            </c:spPr>
          </c:dPt>
          <c:dPt>
            <c:idx val="3"/>
            <c:spPr>
              <a:solidFill>
                <a:srgbClr val="CD7F32"/>
              </a:solidFill>
            </c:spPr>
          </c:dPt>
          <c:dPt>
            <c:idx val="4"/>
            <c:spPr>
              <a:solidFill>
                <a:srgbClr val="CD7F32"/>
              </a:solidFill>
            </c:spPr>
          </c:dPt>
          <c:dPt>
            <c:idx val="5"/>
            <c:spPr>
              <a:solidFill>
                <a:srgbClr val="CD7F32"/>
              </a:solidFill>
            </c:spPr>
          </c:dPt>
          <c:dPt>
            <c:idx val="6"/>
            <c:spPr>
              <a:solidFill>
                <a:srgbClr val="CD7F32"/>
              </a:solidFill>
            </c:spPr>
          </c:dPt>
          <c:dPt>
            <c:idx val="7"/>
            <c:spPr>
              <a:solidFill>
                <a:srgbClr val="CD7F32"/>
              </a:solidFill>
            </c:spPr>
          </c:dPt>
          <c:dPt>
            <c:idx val="8"/>
            <c:spPr>
              <a:solidFill>
                <a:srgbClr val="CD7F32"/>
              </a:solidFill>
            </c:spPr>
          </c:dPt>
          <c:dPt>
            <c:idx val="9"/>
            <c:spPr>
              <a:solidFill>
                <a:srgbClr val="CD7F32"/>
              </a:solidFill>
            </c:spPr>
          </c:dPt>
          <c:cat>
            <c:strRef>
              <c:f>Sheet1!$A$2:$A$11</c:f>
              <c:strCache>
                <c:ptCount val="10"/>
                <c:pt idx="0">
                  <c:v>Sam</c:v>
                </c:pt>
                <c:pt idx="1">
                  <c:v>Morgan</c:v>
                </c:pt>
                <c:pt idx="2">
                  <c:v>Alex</c:v>
                </c:pt>
                <c:pt idx="3">
                  <c:v>Drew</c:v>
                </c:pt>
                <c:pt idx="4">
                  <c:v>Jesse</c:v>
                </c:pt>
                <c:pt idx="5">
                  <c:v>Jordan</c:v>
                </c:pt>
                <c:pt idx="6">
                  <c:v>Louise</c:v>
                </c:pt>
                <c:pt idx="7">
                  <c:v>Taylor</c:v>
                </c:pt>
                <c:pt idx="8">
                  <c:v>Casey</c:v>
                </c:pt>
                <c:pt idx="9">
                  <c:v>Riley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3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00000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00000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First Votes</c:v>
                </c:pt>
              </c:strCache>
            </c:strRef>
          </c:tx>
          <c:dPt>
            <c:idx val="0"/>
            <c:spPr>
              <a:solidFill>
                <a:srgbClr val="FFD700"/>
              </a:solidFill>
            </c:spPr>
          </c:dPt>
          <c:dPt>
            <c:idx val="1"/>
            <c:spPr>
              <a:solidFill>
                <a:srgbClr val="FFD700"/>
              </a:solidFill>
            </c:spPr>
          </c:dPt>
          <c:dPt>
            <c:idx val="2"/>
            <c:spPr>
              <a:solidFill>
                <a:srgbClr val="FFD700"/>
              </a:solidFill>
            </c:spPr>
          </c:dPt>
          <c:dPt>
            <c:idx val="3"/>
            <c:spPr>
              <a:solidFill>
                <a:srgbClr val="FFD700"/>
              </a:solidFill>
            </c:spPr>
          </c:dPt>
          <c:dPt>
            <c:idx val="4"/>
            <c:spPr>
              <a:solidFill>
                <a:srgbClr val="FFD700"/>
              </a:solidFill>
            </c:spPr>
          </c:dPt>
          <c:dPt>
            <c:idx val="5"/>
            <c:spPr>
              <a:solidFill>
                <a:srgbClr val="FFD700"/>
              </a:solidFill>
            </c:spPr>
          </c:dPt>
          <c:dPt>
            <c:idx val="6"/>
            <c:spPr>
              <a:solidFill>
                <a:srgbClr val="FFD700"/>
              </a:solidFill>
            </c:spPr>
          </c:dPt>
          <c:dPt>
            <c:idx val="7"/>
            <c:spPr>
              <a:solidFill>
                <a:srgbClr val="FFD700"/>
              </a:solidFill>
            </c:spPr>
          </c:dPt>
          <c:dPt>
            <c:idx val="8"/>
            <c:spPr>
              <a:solidFill>
                <a:srgbClr val="FFD700"/>
              </a:solidFill>
            </c:spPr>
          </c:dPt>
          <c:dPt>
            <c:idx val="9"/>
            <c:spPr>
              <a:solidFill>
                <a:srgbClr val="FFD700"/>
              </a:solidFill>
            </c:spPr>
          </c:dPt>
          <c:cat>
            <c:strRef>
              <c:f>Sheet1!$A$2:$A$11</c:f>
              <c:strCache>
                <c:ptCount val="10"/>
                <c:pt idx="0">
                  <c:v>Riley</c:v>
                </c:pt>
                <c:pt idx="1">
                  <c:v>Drew</c:v>
                </c:pt>
                <c:pt idx="2">
                  <c:v>Jordan</c:v>
                </c:pt>
                <c:pt idx="3">
                  <c:v>Jesse</c:v>
                </c:pt>
                <c:pt idx="4">
                  <c:v>Sam</c:v>
                </c:pt>
                <c:pt idx="5">
                  <c:v>Morgan</c:v>
                </c:pt>
                <c:pt idx="6">
                  <c:v>Taylor</c:v>
                </c:pt>
                <c:pt idx="7">
                  <c:v>Alex</c:v>
                </c:pt>
                <c:pt idx="8">
                  <c:v>Louise</c:v>
                </c:pt>
                <c:pt idx="9">
                  <c:v>Casey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3</c:v>
                </c:pt>
                <c:pt idx="4">
                  <c:v>0</c:v>
                </c:pt>
                <c:pt idx="5">
                  <c:v>3</c:v>
                </c:pt>
                <c:pt idx="6">
                  <c:v>3</c:v>
                </c:pt>
                <c:pt idx="7">
                  <c:v>6</c:v>
                </c:pt>
                <c:pt idx="8">
                  <c:v>3</c:v>
                </c:pt>
                <c:pt idx="9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Second Votes</c:v>
                </c:pt>
              </c:strCache>
            </c:strRef>
          </c:tx>
          <c:dPt>
            <c:idx val="0"/>
            <c:spPr>
              <a:solidFill>
                <a:srgbClr val="C0C0C0"/>
              </a:solidFill>
            </c:spPr>
          </c:dPt>
          <c:dPt>
            <c:idx val="1"/>
            <c:spPr>
              <a:solidFill>
                <a:srgbClr val="C0C0C0"/>
              </a:solidFill>
            </c:spPr>
          </c:dPt>
          <c:dPt>
            <c:idx val="2"/>
            <c:spPr>
              <a:solidFill>
                <a:srgbClr val="C0C0C0"/>
              </a:solidFill>
            </c:spPr>
          </c:dPt>
          <c:dPt>
            <c:idx val="3"/>
            <c:spPr>
              <a:solidFill>
                <a:srgbClr val="C0C0C0"/>
              </a:solidFill>
            </c:spPr>
          </c:dPt>
          <c:dPt>
            <c:idx val="4"/>
            <c:spPr>
              <a:solidFill>
                <a:srgbClr val="C0C0C0"/>
              </a:solidFill>
            </c:spPr>
          </c:dPt>
          <c:dPt>
            <c:idx val="5"/>
            <c:spPr>
              <a:solidFill>
                <a:srgbClr val="C0C0C0"/>
              </a:solidFill>
            </c:spPr>
          </c:dPt>
          <c:dPt>
            <c:idx val="6"/>
            <c:spPr>
              <a:solidFill>
                <a:srgbClr val="C0C0C0"/>
              </a:solidFill>
            </c:spPr>
          </c:dPt>
          <c:dPt>
            <c:idx val="7"/>
            <c:spPr>
              <a:solidFill>
                <a:srgbClr val="C0C0C0"/>
              </a:solidFill>
            </c:spPr>
          </c:dPt>
          <c:dPt>
            <c:idx val="8"/>
            <c:spPr>
              <a:solidFill>
                <a:srgbClr val="C0C0C0"/>
              </a:solidFill>
            </c:spPr>
          </c:dPt>
          <c:dPt>
            <c:idx val="9"/>
            <c:spPr>
              <a:solidFill>
                <a:srgbClr val="C0C0C0"/>
              </a:solidFill>
            </c:spPr>
          </c:dPt>
          <c:cat>
            <c:strRef>
              <c:f>Sheet1!$A$2:$A$11</c:f>
              <c:strCache>
                <c:ptCount val="10"/>
                <c:pt idx="0">
                  <c:v>Riley</c:v>
                </c:pt>
                <c:pt idx="1">
                  <c:v>Drew</c:v>
                </c:pt>
                <c:pt idx="2">
                  <c:v>Jordan</c:v>
                </c:pt>
                <c:pt idx="3">
                  <c:v>Jesse</c:v>
                </c:pt>
                <c:pt idx="4">
                  <c:v>Sam</c:v>
                </c:pt>
                <c:pt idx="5">
                  <c:v>Morgan</c:v>
                </c:pt>
                <c:pt idx="6">
                  <c:v>Taylor</c:v>
                </c:pt>
                <c:pt idx="7">
                  <c:v>Alex</c:v>
                </c:pt>
                <c:pt idx="8">
                  <c:v>Louise</c:v>
                </c:pt>
                <c:pt idx="9">
                  <c:v>Casey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</c:v>
                </c:pt>
                <c:pt idx="4">
                  <c:v>4</c:v>
                </c:pt>
                <c:pt idx="5">
                  <c:v>2</c:v>
                </c:pt>
                <c:pt idx="6">
                  <c:v>4</c:v>
                </c:pt>
                <c:pt idx="7">
                  <c:v>0</c:v>
                </c:pt>
                <c:pt idx="8">
                  <c:v>4</c:v>
                </c:pt>
                <c:pt idx="9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Third Votes</c:v>
                </c:pt>
              </c:strCache>
            </c:strRef>
          </c:tx>
          <c:dPt>
            <c:idx val="0"/>
            <c:spPr>
              <a:solidFill>
                <a:srgbClr val="CD7F32"/>
              </a:solidFill>
            </c:spPr>
          </c:dPt>
          <c:dPt>
            <c:idx val="1"/>
            <c:spPr>
              <a:solidFill>
                <a:srgbClr val="CD7F32"/>
              </a:solidFill>
            </c:spPr>
          </c:dPt>
          <c:dPt>
            <c:idx val="2"/>
            <c:spPr>
              <a:solidFill>
                <a:srgbClr val="CD7F32"/>
              </a:solidFill>
            </c:spPr>
          </c:dPt>
          <c:dPt>
            <c:idx val="3"/>
            <c:spPr>
              <a:solidFill>
                <a:srgbClr val="CD7F32"/>
              </a:solidFill>
            </c:spPr>
          </c:dPt>
          <c:dPt>
            <c:idx val="4"/>
            <c:spPr>
              <a:solidFill>
                <a:srgbClr val="CD7F32"/>
              </a:solidFill>
            </c:spPr>
          </c:dPt>
          <c:dPt>
            <c:idx val="5"/>
            <c:spPr>
              <a:solidFill>
                <a:srgbClr val="CD7F32"/>
              </a:solidFill>
            </c:spPr>
          </c:dPt>
          <c:dPt>
            <c:idx val="6"/>
            <c:spPr>
              <a:solidFill>
                <a:srgbClr val="CD7F32"/>
              </a:solidFill>
            </c:spPr>
          </c:dPt>
          <c:dPt>
            <c:idx val="7"/>
            <c:spPr>
              <a:solidFill>
                <a:srgbClr val="CD7F32"/>
              </a:solidFill>
            </c:spPr>
          </c:dPt>
          <c:dPt>
            <c:idx val="8"/>
            <c:spPr>
              <a:solidFill>
                <a:srgbClr val="CD7F32"/>
              </a:solidFill>
            </c:spPr>
          </c:dPt>
          <c:dPt>
            <c:idx val="9"/>
            <c:spPr>
              <a:solidFill>
                <a:srgbClr val="CD7F32"/>
              </a:solidFill>
            </c:spPr>
          </c:dPt>
          <c:cat>
            <c:strRef>
              <c:f>Sheet1!$A$2:$A$11</c:f>
              <c:strCache>
                <c:ptCount val="10"/>
                <c:pt idx="0">
                  <c:v>Riley</c:v>
                </c:pt>
                <c:pt idx="1">
                  <c:v>Drew</c:v>
                </c:pt>
                <c:pt idx="2">
                  <c:v>Jordan</c:v>
                </c:pt>
                <c:pt idx="3">
                  <c:v>Jesse</c:v>
                </c:pt>
                <c:pt idx="4">
                  <c:v>Sam</c:v>
                </c:pt>
                <c:pt idx="5">
                  <c:v>Morgan</c:v>
                </c:pt>
                <c:pt idx="6">
                  <c:v>Taylor</c:v>
                </c:pt>
                <c:pt idx="7">
                  <c:v>Alex</c:v>
                </c:pt>
                <c:pt idx="8">
                  <c:v>Louise</c:v>
                </c:pt>
                <c:pt idx="9">
                  <c:v>Casey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</c:v>
                </c:pt>
                <c:pt idx="1">
                  <c:v>3</c:v>
                </c:pt>
                <c:pt idx="2">
                  <c:v>1</c:v>
                </c:pt>
                <c:pt idx="3">
                  <c:v>0</c:v>
                </c:pt>
                <c:pt idx="4">
                  <c:v>1</c:v>
                </c:pt>
                <c:pt idx="5">
                  <c:v>1</c:v>
                </c:pt>
                <c:pt idx="6">
                  <c:v>0</c:v>
                </c:pt>
                <c:pt idx="7">
                  <c:v>2</c:v>
                </c:pt>
                <c:pt idx="8">
                  <c:v>1</c:v>
                </c:pt>
                <c:pt idx="9">
                  <c:v>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00000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00000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First Votes</c:v>
                </c:pt>
              </c:strCache>
            </c:strRef>
          </c:tx>
          <c:dPt>
            <c:idx val="0"/>
            <c:spPr>
              <a:solidFill>
                <a:srgbClr val="FFD700"/>
              </a:solidFill>
            </c:spPr>
          </c:dPt>
          <c:dPt>
            <c:idx val="1"/>
            <c:spPr>
              <a:solidFill>
                <a:srgbClr val="FFD700"/>
              </a:solidFill>
            </c:spPr>
          </c:dPt>
          <c:dPt>
            <c:idx val="2"/>
            <c:spPr>
              <a:solidFill>
                <a:srgbClr val="FFD700"/>
              </a:solidFill>
            </c:spPr>
          </c:dPt>
          <c:dPt>
            <c:idx val="3"/>
            <c:spPr>
              <a:solidFill>
                <a:srgbClr val="FFD700"/>
              </a:solidFill>
            </c:spPr>
          </c:dPt>
          <c:dPt>
            <c:idx val="4"/>
            <c:spPr>
              <a:solidFill>
                <a:srgbClr val="FFD700"/>
              </a:solidFill>
            </c:spPr>
          </c:dPt>
          <c:dPt>
            <c:idx val="5"/>
            <c:spPr>
              <a:solidFill>
                <a:srgbClr val="FFD700"/>
              </a:solidFill>
            </c:spPr>
          </c:dPt>
          <c:dPt>
            <c:idx val="6"/>
            <c:spPr>
              <a:solidFill>
                <a:srgbClr val="FFD700"/>
              </a:solidFill>
            </c:spPr>
          </c:dPt>
          <c:dPt>
            <c:idx val="7"/>
            <c:spPr>
              <a:solidFill>
                <a:srgbClr val="FFD700"/>
              </a:solidFill>
            </c:spPr>
          </c:dPt>
          <c:dPt>
            <c:idx val="8"/>
            <c:spPr>
              <a:solidFill>
                <a:srgbClr val="FFD700"/>
              </a:solidFill>
            </c:spPr>
          </c:dPt>
          <c:dPt>
            <c:idx val="9"/>
            <c:spPr>
              <a:solidFill>
                <a:srgbClr val="FFD700"/>
              </a:solidFill>
            </c:spPr>
          </c:dPt>
          <c:cat>
            <c:strRef>
              <c:f>Sheet1!$A$2:$A$11</c:f>
              <c:strCache>
                <c:ptCount val="10"/>
                <c:pt idx="0">
                  <c:v>Louise</c:v>
                </c:pt>
                <c:pt idx="1">
                  <c:v>Casey</c:v>
                </c:pt>
                <c:pt idx="2">
                  <c:v>Riley</c:v>
                </c:pt>
                <c:pt idx="3">
                  <c:v>Sam</c:v>
                </c:pt>
                <c:pt idx="4">
                  <c:v>Jesse</c:v>
                </c:pt>
                <c:pt idx="5">
                  <c:v>Morgan</c:v>
                </c:pt>
                <c:pt idx="6">
                  <c:v>Jordan</c:v>
                </c:pt>
                <c:pt idx="7">
                  <c:v>Taylor</c:v>
                </c:pt>
                <c:pt idx="8">
                  <c:v>Alex</c:v>
                </c:pt>
                <c:pt idx="9">
                  <c:v>Drew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0</c:v>
                </c:pt>
                <c:pt idx="7">
                  <c:v>0</c:v>
                </c:pt>
                <c:pt idx="8">
                  <c:v>9</c:v>
                </c:pt>
                <c:pt idx="9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Second Votes</c:v>
                </c:pt>
              </c:strCache>
            </c:strRef>
          </c:tx>
          <c:dPt>
            <c:idx val="0"/>
            <c:spPr>
              <a:solidFill>
                <a:srgbClr val="C0C0C0"/>
              </a:solidFill>
            </c:spPr>
          </c:dPt>
          <c:dPt>
            <c:idx val="1"/>
            <c:spPr>
              <a:solidFill>
                <a:srgbClr val="C0C0C0"/>
              </a:solidFill>
            </c:spPr>
          </c:dPt>
          <c:dPt>
            <c:idx val="2"/>
            <c:spPr>
              <a:solidFill>
                <a:srgbClr val="C0C0C0"/>
              </a:solidFill>
            </c:spPr>
          </c:dPt>
          <c:dPt>
            <c:idx val="3"/>
            <c:spPr>
              <a:solidFill>
                <a:srgbClr val="C0C0C0"/>
              </a:solidFill>
            </c:spPr>
          </c:dPt>
          <c:dPt>
            <c:idx val="4"/>
            <c:spPr>
              <a:solidFill>
                <a:srgbClr val="C0C0C0"/>
              </a:solidFill>
            </c:spPr>
          </c:dPt>
          <c:dPt>
            <c:idx val="5"/>
            <c:spPr>
              <a:solidFill>
                <a:srgbClr val="C0C0C0"/>
              </a:solidFill>
            </c:spPr>
          </c:dPt>
          <c:dPt>
            <c:idx val="6"/>
            <c:spPr>
              <a:solidFill>
                <a:srgbClr val="C0C0C0"/>
              </a:solidFill>
            </c:spPr>
          </c:dPt>
          <c:dPt>
            <c:idx val="7"/>
            <c:spPr>
              <a:solidFill>
                <a:srgbClr val="C0C0C0"/>
              </a:solidFill>
            </c:spPr>
          </c:dPt>
          <c:dPt>
            <c:idx val="8"/>
            <c:spPr>
              <a:solidFill>
                <a:srgbClr val="C0C0C0"/>
              </a:solidFill>
            </c:spPr>
          </c:dPt>
          <c:dPt>
            <c:idx val="9"/>
            <c:spPr>
              <a:solidFill>
                <a:srgbClr val="C0C0C0"/>
              </a:solidFill>
            </c:spPr>
          </c:dPt>
          <c:cat>
            <c:strRef>
              <c:f>Sheet1!$A$2:$A$11</c:f>
              <c:strCache>
                <c:ptCount val="10"/>
                <c:pt idx="0">
                  <c:v>Louise</c:v>
                </c:pt>
                <c:pt idx="1">
                  <c:v>Casey</c:v>
                </c:pt>
                <c:pt idx="2">
                  <c:v>Riley</c:v>
                </c:pt>
                <c:pt idx="3">
                  <c:v>Sam</c:v>
                </c:pt>
                <c:pt idx="4">
                  <c:v>Jesse</c:v>
                </c:pt>
                <c:pt idx="5">
                  <c:v>Morgan</c:v>
                </c:pt>
                <c:pt idx="6">
                  <c:v>Jordan</c:v>
                </c:pt>
                <c:pt idx="7">
                  <c:v>Taylor</c:v>
                </c:pt>
                <c:pt idx="8">
                  <c:v>Alex</c:v>
                </c:pt>
                <c:pt idx="9">
                  <c:v>Drew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0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4</c:v>
                </c:pt>
                <c:pt idx="7">
                  <c:v>4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Third Votes</c:v>
                </c:pt>
              </c:strCache>
            </c:strRef>
          </c:tx>
          <c:dPt>
            <c:idx val="0"/>
            <c:spPr>
              <a:solidFill>
                <a:srgbClr val="CD7F32"/>
              </a:solidFill>
            </c:spPr>
          </c:dPt>
          <c:dPt>
            <c:idx val="1"/>
            <c:spPr>
              <a:solidFill>
                <a:srgbClr val="CD7F32"/>
              </a:solidFill>
            </c:spPr>
          </c:dPt>
          <c:dPt>
            <c:idx val="2"/>
            <c:spPr>
              <a:solidFill>
                <a:srgbClr val="CD7F32"/>
              </a:solidFill>
            </c:spPr>
          </c:dPt>
          <c:dPt>
            <c:idx val="3"/>
            <c:spPr>
              <a:solidFill>
                <a:srgbClr val="CD7F32"/>
              </a:solidFill>
            </c:spPr>
          </c:dPt>
          <c:dPt>
            <c:idx val="4"/>
            <c:spPr>
              <a:solidFill>
                <a:srgbClr val="CD7F32"/>
              </a:solidFill>
            </c:spPr>
          </c:dPt>
          <c:dPt>
            <c:idx val="5"/>
            <c:spPr>
              <a:solidFill>
                <a:srgbClr val="CD7F32"/>
              </a:solidFill>
            </c:spPr>
          </c:dPt>
          <c:dPt>
            <c:idx val="6"/>
            <c:spPr>
              <a:solidFill>
                <a:srgbClr val="CD7F32"/>
              </a:solidFill>
            </c:spPr>
          </c:dPt>
          <c:dPt>
            <c:idx val="7"/>
            <c:spPr>
              <a:solidFill>
                <a:srgbClr val="CD7F32"/>
              </a:solidFill>
            </c:spPr>
          </c:dPt>
          <c:dPt>
            <c:idx val="8"/>
            <c:spPr>
              <a:solidFill>
                <a:srgbClr val="CD7F32"/>
              </a:solidFill>
            </c:spPr>
          </c:dPt>
          <c:dPt>
            <c:idx val="9"/>
            <c:spPr>
              <a:solidFill>
                <a:srgbClr val="CD7F32"/>
              </a:solidFill>
            </c:spPr>
          </c:dPt>
          <c:cat>
            <c:strRef>
              <c:f>Sheet1!$A$2:$A$11</c:f>
              <c:strCache>
                <c:ptCount val="10"/>
                <c:pt idx="0">
                  <c:v>Louise</c:v>
                </c:pt>
                <c:pt idx="1">
                  <c:v>Casey</c:v>
                </c:pt>
                <c:pt idx="2">
                  <c:v>Riley</c:v>
                </c:pt>
                <c:pt idx="3">
                  <c:v>Sam</c:v>
                </c:pt>
                <c:pt idx="4">
                  <c:v>Jesse</c:v>
                </c:pt>
                <c:pt idx="5">
                  <c:v>Morgan</c:v>
                </c:pt>
                <c:pt idx="6">
                  <c:v>Jordan</c:v>
                </c:pt>
                <c:pt idx="7">
                  <c:v>Taylor</c:v>
                </c:pt>
                <c:pt idx="8">
                  <c:v>Alex</c:v>
                </c:pt>
                <c:pt idx="9">
                  <c:v>Drew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1</c:v>
                </c:pt>
                <c:pt idx="5">
                  <c:v>2</c:v>
                </c:pt>
                <c:pt idx="6">
                  <c:v>3</c:v>
                </c:pt>
                <c:pt idx="7">
                  <c:v>3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00000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00000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First Votes</c:v>
                </c:pt>
              </c:strCache>
            </c:strRef>
          </c:tx>
          <c:dPt>
            <c:idx val="0"/>
            <c:spPr>
              <a:solidFill>
                <a:srgbClr val="FFD700"/>
              </a:solidFill>
            </c:spPr>
          </c:dPt>
          <c:dPt>
            <c:idx val="1"/>
            <c:spPr>
              <a:solidFill>
                <a:srgbClr val="FFD700"/>
              </a:solidFill>
            </c:spPr>
          </c:dPt>
          <c:dPt>
            <c:idx val="2"/>
            <c:spPr>
              <a:solidFill>
                <a:srgbClr val="FFD700"/>
              </a:solidFill>
            </c:spPr>
          </c:dPt>
          <c:dPt>
            <c:idx val="3"/>
            <c:spPr>
              <a:solidFill>
                <a:srgbClr val="FFD700"/>
              </a:solidFill>
            </c:spPr>
          </c:dPt>
          <c:dPt>
            <c:idx val="4"/>
            <c:spPr>
              <a:solidFill>
                <a:srgbClr val="FFD700"/>
              </a:solidFill>
            </c:spPr>
          </c:dPt>
          <c:dPt>
            <c:idx val="5"/>
            <c:spPr>
              <a:solidFill>
                <a:srgbClr val="FFD700"/>
              </a:solidFill>
            </c:spPr>
          </c:dPt>
          <c:dPt>
            <c:idx val="6"/>
            <c:spPr>
              <a:solidFill>
                <a:srgbClr val="FFD700"/>
              </a:solidFill>
            </c:spPr>
          </c:dPt>
          <c:dPt>
            <c:idx val="7"/>
            <c:spPr>
              <a:solidFill>
                <a:srgbClr val="FFD700"/>
              </a:solidFill>
            </c:spPr>
          </c:dPt>
          <c:dPt>
            <c:idx val="8"/>
            <c:spPr>
              <a:solidFill>
                <a:srgbClr val="FFD700"/>
              </a:solidFill>
            </c:spPr>
          </c:dPt>
          <c:dPt>
            <c:idx val="9"/>
            <c:spPr>
              <a:solidFill>
                <a:srgbClr val="FFD700"/>
              </a:solidFill>
            </c:spPr>
          </c:dPt>
          <c:cat>
            <c:strRef>
              <c:f>Sheet1!$A$2:$A$11</c:f>
              <c:strCache>
                <c:ptCount val="10"/>
                <c:pt idx="0">
                  <c:v>Drew</c:v>
                </c:pt>
                <c:pt idx="1">
                  <c:v>Louise</c:v>
                </c:pt>
                <c:pt idx="2">
                  <c:v>Morgan</c:v>
                </c:pt>
                <c:pt idx="3">
                  <c:v>Jesse</c:v>
                </c:pt>
                <c:pt idx="4">
                  <c:v>Sam</c:v>
                </c:pt>
                <c:pt idx="5">
                  <c:v>Casey</c:v>
                </c:pt>
                <c:pt idx="6">
                  <c:v>Alex</c:v>
                </c:pt>
                <c:pt idx="7">
                  <c:v>Riley</c:v>
                </c:pt>
                <c:pt idx="8">
                  <c:v>Taylor</c:v>
                </c:pt>
                <c:pt idx="9">
                  <c:v>Jordan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3</c:v>
                </c:pt>
                <c:pt idx="5">
                  <c:v>6</c:v>
                </c:pt>
                <c:pt idx="6">
                  <c:v>6</c:v>
                </c:pt>
                <c:pt idx="7">
                  <c:v>3</c:v>
                </c:pt>
                <c:pt idx="8">
                  <c:v>6</c:v>
                </c:pt>
                <c:pt idx="9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Second Votes</c:v>
                </c:pt>
              </c:strCache>
            </c:strRef>
          </c:tx>
          <c:dPt>
            <c:idx val="0"/>
            <c:spPr>
              <a:solidFill>
                <a:srgbClr val="C0C0C0"/>
              </a:solidFill>
            </c:spPr>
          </c:dPt>
          <c:dPt>
            <c:idx val="1"/>
            <c:spPr>
              <a:solidFill>
                <a:srgbClr val="C0C0C0"/>
              </a:solidFill>
            </c:spPr>
          </c:dPt>
          <c:dPt>
            <c:idx val="2"/>
            <c:spPr>
              <a:solidFill>
                <a:srgbClr val="C0C0C0"/>
              </a:solidFill>
            </c:spPr>
          </c:dPt>
          <c:dPt>
            <c:idx val="3"/>
            <c:spPr>
              <a:solidFill>
                <a:srgbClr val="C0C0C0"/>
              </a:solidFill>
            </c:spPr>
          </c:dPt>
          <c:dPt>
            <c:idx val="4"/>
            <c:spPr>
              <a:solidFill>
                <a:srgbClr val="C0C0C0"/>
              </a:solidFill>
            </c:spPr>
          </c:dPt>
          <c:dPt>
            <c:idx val="5"/>
            <c:spPr>
              <a:solidFill>
                <a:srgbClr val="C0C0C0"/>
              </a:solidFill>
            </c:spPr>
          </c:dPt>
          <c:dPt>
            <c:idx val="6"/>
            <c:spPr>
              <a:solidFill>
                <a:srgbClr val="C0C0C0"/>
              </a:solidFill>
            </c:spPr>
          </c:dPt>
          <c:dPt>
            <c:idx val="7"/>
            <c:spPr>
              <a:solidFill>
                <a:srgbClr val="C0C0C0"/>
              </a:solidFill>
            </c:spPr>
          </c:dPt>
          <c:dPt>
            <c:idx val="8"/>
            <c:spPr>
              <a:solidFill>
                <a:srgbClr val="C0C0C0"/>
              </a:solidFill>
            </c:spPr>
          </c:dPt>
          <c:dPt>
            <c:idx val="9"/>
            <c:spPr>
              <a:solidFill>
                <a:srgbClr val="C0C0C0"/>
              </a:solidFill>
            </c:spPr>
          </c:dPt>
          <c:cat>
            <c:strRef>
              <c:f>Sheet1!$A$2:$A$11</c:f>
              <c:strCache>
                <c:ptCount val="10"/>
                <c:pt idx="0">
                  <c:v>Drew</c:v>
                </c:pt>
                <c:pt idx="1">
                  <c:v>Louise</c:v>
                </c:pt>
                <c:pt idx="2">
                  <c:v>Morgan</c:v>
                </c:pt>
                <c:pt idx="3">
                  <c:v>Jesse</c:v>
                </c:pt>
                <c:pt idx="4">
                  <c:v>Sam</c:v>
                </c:pt>
                <c:pt idx="5">
                  <c:v>Casey</c:v>
                </c:pt>
                <c:pt idx="6">
                  <c:v>Alex</c:v>
                </c:pt>
                <c:pt idx="7">
                  <c:v>Riley</c:v>
                </c:pt>
                <c:pt idx="8">
                  <c:v>Taylor</c:v>
                </c:pt>
                <c:pt idx="9">
                  <c:v>Jordan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</c:v>
                </c:pt>
                <c:pt idx="4">
                  <c:v>2</c:v>
                </c:pt>
                <c:pt idx="5">
                  <c:v>0</c:v>
                </c:pt>
                <c:pt idx="6">
                  <c:v>2</c:v>
                </c:pt>
                <c:pt idx="7">
                  <c:v>6</c:v>
                </c:pt>
                <c:pt idx="8">
                  <c:v>4</c:v>
                </c:pt>
                <c:pt idx="9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Third Votes</c:v>
                </c:pt>
              </c:strCache>
            </c:strRef>
          </c:tx>
          <c:dPt>
            <c:idx val="0"/>
            <c:spPr>
              <a:solidFill>
                <a:srgbClr val="CD7F32"/>
              </a:solidFill>
            </c:spPr>
          </c:dPt>
          <c:dPt>
            <c:idx val="1"/>
            <c:spPr>
              <a:solidFill>
                <a:srgbClr val="CD7F32"/>
              </a:solidFill>
            </c:spPr>
          </c:dPt>
          <c:dPt>
            <c:idx val="2"/>
            <c:spPr>
              <a:solidFill>
                <a:srgbClr val="CD7F32"/>
              </a:solidFill>
            </c:spPr>
          </c:dPt>
          <c:dPt>
            <c:idx val="3"/>
            <c:spPr>
              <a:solidFill>
                <a:srgbClr val="CD7F32"/>
              </a:solidFill>
            </c:spPr>
          </c:dPt>
          <c:dPt>
            <c:idx val="4"/>
            <c:spPr>
              <a:solidFill>
                <a:srgbClr val="CD7F32"/>
              </a:solidFill>
            </c:spPr>
          </c:dPt>
          <c:dPt>
            <c:idx val="5"/>
            <c:spPr>
              <a:solidFill>
                <a:srgbClr val="CD7F32"/>
              </a:solidFill>
            </c:spPr>
          </c:dPt>
          <c:dPt>
            <c:idx val="6"/>
            <c:spPr>
              <a:solidFill>
                <a:srgbClr val="CD7F32"/>
              </a:solidFill>
            </c:spPr>
          </c:dPt>
          <c:dPt>
            <c:idx val="7"/>
            <c:spPr>
              <a:solidFill>
                <a:srgbClr val="CD7F32"/>
              </a:solidFill>
            </c:spPr>
          </c:dPt>
          <c:dPt>
            <c:idx val="8"/>
            <c:spPr>
              <a:solidFill>
                <a:srgbClr val="CD7F32"/>
              </a:solidFill>
            </c:spPr>
          </c:dPt>
          <c:dPt>
            <c:idx val="9"/>
            <c:spPr>
              <a:solidFill>
                <a:srgbClr val="CD7F32"/>
              </a:solidFill>
            </c:spPr>
          </c:dPt>
          <c:cat>
            <c:strRef>
              <c:f>Sheet1!$A$2:$A$11</c:f>
              <c:strCache>
                <c:ptCount val="10"/>
                <c:pt idx="0">
                  <c:v>Drew</c:v>
                </c:pt>
                <c:pt idx="1">
                  <c:v>Louise</c:v>
                </c:pt>
                <c:pt idx="2">
                  <c:v>Morgan</c:v>
                </c:pt>
                <c:pt idx="3">
                  <c:v>Jesse</c:v>
                </c:pt>
                <c:pt idx="4">
                  <c:v>Sam</c:v>
                </c:pt>
                <c:pt idx="5">
                  <c:v>Casey</c:v>
                </c:pt>
                <c:pt idx="6">
                  <c:v>Alex</c:v>
                </c:pt>
                <c:pt idx="7">
                  <c:v>Riley</c:v>
                </c:pt>
                <c:pt idx="8">
                  <c:v>Taylor</c:v>
                </c:pt>
                <c:pt idx="9">
                  <c:v>Jordan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  <c:pt idx="9">
                  <c:v>2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00000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00000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First Votes</c:v>
                </c:pt>
              </c:strCache>
            </c:strRef>
          </c:tx>
          <c:dPt>
            <c:idx val="0"/>
            <c:spPr>
              <a:solidFill>
                <a:srgbClr val="FFD700"/>
              </a:solidFill>
            </c:spPr>
          </c:dPt>
          <c:dPt>
            <c:idx val="1"/>
            <c:spPr>
              <a:solidFill>
                <a:srgbClr val="FFD700"/>
              </a:solidFill>
            </c:spPr>
          </c:dPt>
          <c:dPt>
            <c:idx val="2"/>
            <c:spPr>
              <a:solidFill>
                <a:srgbClr val="FFD700"/>
              </a:solidFill>
            </c:spPr>
          </c:dPt>
          <c:dPt>
            <c:idx val="3"/>
            <c:spPr>
              <a:solidFill>
                <a:srgbClr val="FFD700"/>
              </a:solidFill>
            </c:spPr>
          </c:dPt>
          <c:dPt>
            <c:idx val="4"/>
            <c:spPr>
              <a:solidFill>
                <a:srgbClr val="FFD700"/>
              </a:solidFill>
            </c:spPr>
          </c:dPt>
          <c:dPt>
            <c:idx val="5"/>
            <c:spPr>
              <a:solidFill>
                <a:srgbClr val="FFD700"/>
              </a:solidFill>
            </c:spPr>
          </c:dPt>
          <c:dPt>
            <c:idx val="6"/>
            <c:spPr>
              <a:solidFill>
                <a:srgbClr val="FFD700"/>
              </a:solidFill>
            </c:spPr>
          </c:dPt>
          <c:dPt>
            <c:idx val="7"/>
            <c:spPr>
              <a:solidFill>
                <a:srgbClr val="FFD700"/>
              </a:solidFill>
            </c:spPr>
          </c:dPt>
          <c:dPt>
            <c:idx val="8"/>
            <c:spPr>
              <a:solidFill>
                <a:srgbClr val="FFD700"/>
              </a:solidFill>
            </c:spPr>
          </c:dPt>
          <c:cat>
            <c:strRef>
              <c:f>Sheet1!$A$2:$A$10</c:f>
              <c:strCache>
                <c:ptCount val="9"/>
                <c:pt idx="0">
                  <c:v>Jordan</c:v>
                </c:pt>
                <c:pt idx="1">
                  <c:v>Drew</c:v>
                </c:pt>
                <c:pt idx="2">
                  <c:v>Jesse</c:v>
                </c:pt>
                <c:pt idx="3">
                  <c:v>Casey</c:v>
                </c:pt>
                <c:pt idx="4">
                  <c:v>Louise</c:v>
                </c:pt>
                <c:pt idx="5">
                  <c:v>Taylor</c:v>
                </c:pt>
                <c:pt idx="6">
                  <c:v>Morgan</c:v>
                </c:pt>
                <c:pt idx="7">
                  <c:v>Alex</c:v>
                </c:pt>
                <c:pt idx="8">
                  <c:v>Riley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3</c:v>
                </c:pt>
                <c:pt idx="4">
                  <c:v>0</c:v>
                </c:pt>
                <c:pt idx="5">
                  <c:v>3</c:v>
                </c:pt>
                <c:pt idx="6">
                  <c:v>0</c:v>
                </c:pt>
                <c:pt idx="7">
                  <c:v>9</c:v>
                </c:pt>
                <c:pt idx="8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Second Votes</c:v>
                </c:pt>
              </c:strCache>
            </c:strRef>
          </c:tx>
          <c:dPt>
            <c:idx val="0"/>
            <c:spPr>
              <a:solidFill>
                <a:srgbClr val="C0C0C0"/>
              </a:solidFill>
            </c:spPr>
          </c:dPt>
          <c:dPt>
            <c:idx val="1"/>
            <c:spPr>
              <a:solidFill>
                <a:srgbClr val="C0C0C0"/>
              </a:solidFill>
            </c:spPr>
          </c:dPt>
          <c:dPt>
            <c:idx val="2"/>
            <c:spPr>
              <a:solidFill>
                <a:srgbClr val="C0C0C0"/>
              </a:solidFill>
            </c:spPr>
          </c:dPt>
          <c:dPt>
            <c:idx val="3"/>
            <c:spPr>
              <a:solidFill>
                <a:srgbClr val="C0C0C0"/>
              </a:solidFill>
            </c:spPr>
          </c:dPt>
          <c:dPt>
            <c:idx val="4"/>
            <c:spPr>
              <a:solidFill>
                <a:srgbClr val="C0C0C0"/>
              </a:solidFill>
            </c:spPr>
          </c:dPt>
          <c:dPt>
            <c:idx val="5"/>
            <c:spPr>
              <a:solidFill>
                <a:srgbClr val="C0C0C0"/>
              </a:solidFill>
            </c:spPr>
          </c:dPt>
          <c:dPt>
            <c:idx val="6"/>
            <c:spPr>
              <a:solidFill>
                <a:srgbClr val="C0C0C0"/>
              </a:solidFill>
            </c:spPr>
          </c:dPt>
          <c:dPt>
            <c:idx val="7"/>
            <c:spPr>
              <a:solidFill>
                <a:srgbClr val="C0C0C0"/>
              </a:solidFill>
            </c:spPr>
          </c:dPt>
          <c:dPt>
            <c:idx val="8"/>
            <c:spPr>
              <a:solidFill>
                <a:srgbClr val="C0C0C0"/>
              </a:solidFill>
            </c:spPr>
          </c:dPt>
          <c:cat>
            <c:strRef>
              <c:f>Sheet1!$A$2:$A$10</c:f>
              <c:strCache>
                <c:ptCount val="9"/>
                <c:pt idx="0">
                  <c:v>Jordan</c:v>
                </c:pt>
                <c:pt idx="1">
                  <c:v>Drew</c:v>
                </c:pt>
                <c:pt idx="2">
                  <c:v>Jesse</c:v>
                </c:pt>
                <c:pt idx="3">
                  <c:v>Casey</c:v>
                </c:pt>
                <c:pt idx="4">
                  <c:v>Louise</c:v>
                </c:pt>
                <c:pt idx="5">
                  <c:v>Taylor</c:v>
                </c:pt>
                <c:pt idx="6">
                  <c:v>Morgan</c:v>
                </c:pt>
                <c:pt idx="7">
                  <c:v>Alex</c:v>
                </c:pt>
                <c:pt idx="8">
                  <c:v>Riley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  <c:pt idx="4">
                  <c:v>6</c:v>
                </c:pt>
                <c:pt idx="5">
                  <c:v>4</c:v>
                </c:pt>
                <c:pt idx="6">
                  <c:v>6</c:v>
                </c:pt>
                <c:pt idx="7">
                  <c:v>2</c:v>
                </c:pt>
                <c:pt idx="8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Third Votes</c:v>
                </c:pt>
              </c:strCache>
            </c:strRef>
          </c:tx>
          <c:dPt>
            <c:idx val="0"/>
            <c:spPr>
              <a:solidFill>
                <a:srgbClr val="CD7F32"/>
              </a:solidFill>
            </c:spPr>
          </c:dPt>
          <c:dPt>
            <c:idx val="1"/>
            <c:spPr>
              <a:solidFill>
                <a:srgbClr val="CD7F32"/>
              </a:solidFill>
            </c:spPr>
          </c:dPt>
          <c:dPt>
            <c:idx val="2"/>
            <c:spPr>
              <a:solidFill>
                <a:srgbClr val="CD7F32"/>
              </a:solidFill>
            </c:spPr>
          </c:dPt>
          <c:dPt>
            <c:idx val="3"/>
            <c:spPr>
              <a:solidFill>
                <a:srgbClr val="CD7F32"/>
              </a:solidFill>
            </c:spPr>
          </c:dPt>
          <c:dPt>
            <c:idx val="4"/>
            <c:spPr>
              <a:solidFill>
                <a:srgbClr val="CD7F32"/>
              </a:solidFill>
            </c:spPr>
          </c:dPt>
          <c:dPt>
            <c:idx val="5"/>
            <c:spPr>
              <a:solidFill>
                <a:srgbClr val="CD7F32"/>
              </a:solidFill>
            </c:spPr>
          </c:dPt>
          <c:dPt>
            <c:idx val="6"/>
            <c:spPr>
              <a:solidFill>
                <a:srgbClr val="CD7F32"/>
              </a:solidFill>
            </c:spPr>
          </c:dPt>
          <c:dPt>
            <c:idx val="7"/>
            <c:spPr>
              <a:solidFill>
                <a:srgbClr val="CD7F32"/>
              </a:solidFill>
            </c:spPr>
          </c:dPt>
          <c:dPt>
            <c:idx val="8"/>
            <c:spPr>
              <a:solidFill>
                <a:srgbClr val="CD7F32"/>
              </a:solidFill>
            </c:spPr>
          </c:dPt>
          <c:cat>
            <c:strRef>
              <c:f>Sheet1!$A$2:$A$10</c:f>
              <c:strCache>
                <c:ptCount val="9"/>
                <c:pt idx="0">
                  <c:v>Jordan</c:v>
                </c:pt>
                <c:pt idx="1">
                  <c:v>Drew</c:v>
                </c:pt>
                <c:pt idx="2">
                  <c:v>Jesse</c:v>
                </c:pt>
                <c:pt idx="3">
                  <c:v>Casey</c:v>
                </c:pt>
                <c:pt idx="4">
                  <c:v>Louise</c:v>
                </c:pt>
                <c:pt idx="5">
                  <c:v>Taylor</c:v>
                </c:pt>
                <c:pt idx="6">
                  <c:v>Morgan</c:v>
                </c:pt>
                <c:pt idx="7">
                  <c:v>Alex</c:v>
                </c:pt>
                <c:pt idx="8">
                  <c:v>Riley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2</c:v>
                </c:pt>
                <c:pt idx="4">
                  <c:v>0</c:v>
                </c:pt>
                <c:pt idx="5">
                  <c:v>0</c:v>
                </c:pt>
                <c:pt idx="6">
                  <c:v>4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00000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00000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First Votes</c:v>
                </c:pt>
              </c:strCache>
            </c:strRef>
          </c:tx>
          <c:dPt>
            <c:idx val="0"/>
            <c:spPr>
              <a:solidFill>
                <a:srgbClr val="FFD700"/>
              </a:solidFill>
            </c:spPr>
          </c:dPt>
          <c:dPt>
            <c:idx val="1"/>
            <c:spPr>
              <a:solidFill>
                <a:srgbClr val="FFD700"/>
              </a:solidFill>
            </c:spPr>
          </c:dPt>
          <c:dPt>
            <c:idx val="2"/>
            <c:spPr>
              <a:solidFill>
                <a:srgbClr val="FFD700"/>
              </a:solidFill>
            </c:spPr>
          </c:dPt>
          <c:dPt>
            <c:idx val="3"/>
            <c:spPr>
              <a:solidFill>
                <a:srgbClr val="FFD700"/>
              </a:solidFill>
            </c:spPr>
          </c:dPt>
          <c:dPt>
            <c:idx val="4"/>
            <c:spPr>
              <a:solidFill>
                <a:srgbClr val="FFD700"/>
              </a:solidFill>
            </c:spPr>
          </c:dPt>
          <c:dPt>
            <c:idx val="5"/>
            <c:spPr>
              <a:solidFill>
                <a:srgbClr val="FFD700"/>
              </a:solidFill>
            </c:spPr>
          </c:dPt>
          <c:dPt>
            <c:idx val="6"/>
            <c:spPr>
              <a:solidFill>
                <a:srgbClr val="FFD700"/>
              </a:solidFill>
            </c:spPr>
          </c:dPt>
          <c:dPt>
            <c:idx val="7"/>
            <c:spPr>
              <a:solidFill>
                <a:srgbClr val="FFD700"/>
              </a:solidFill>
            </c:spPr>
          </c:dPt>
          <c:dPt>
            <c:idx val="8"/>
            <c:spPr>
              <a:solidFill>
                <a:srgbClr val="FFD700"/>
              </a:solidFill>
            </c:spPr>
          </c:dPt>
          <c:dPt>
            <c:idx val="9"/>
            <c:spPr>
              <a:solidFill>
                <a:srgbClr val="FFD700"/>
              </a:solidFill>
            </c:spPr>
          </c:dPt>
          <c:cat>
            <c:strRef>
              <c:f>Sheet1!$A$2:$A$11</c:f>
              <c:strCache>
                <c:ptCount val="10"/>
                <c:pt idx="0">
                  <c:v>Sam</c:v>
                </c:pt>
                <c:pt idx="1">
                  <c:v>Morgan</c:v>
                </c:pt>
                <c:pt idx="2">
                  <c:v>Riley</c:v>
                </c:pt>
                <c:pt idx="3">
                  <c:v>Jesse</c:v>
                </c:pt>
                <c:pt idx="4">
                  <c:v>Casey</c:v>
                </c:pt>
                <c:pt idx="5">
                  <c:v>Jordan</c:v>
                </c:pt>
                <c:pt idx="6">
                  <c:v>Taylor</c:v>
                </c:pt>
                <c:pt idx="7">
                  <c:v>Drew</c:v>
                </c:pt>
                <c:pt idx="8">
                  <c:v>Alex</c:v>
                </c:pt>
                <c:pt idx="9">
                  <c:v>Louise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6</c:v>
                </c:pt>
                <c:pt idx="6">
                  <c:v>6</c:v>
                </c:pt>
                <c:pt idx="7">
                  <c:v>3</c:v>
                </c:pt>
                <c:pt idx="8">
                  <c:v>0</c:v>
                </c:pt>
                <c:pt idx="9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Second Votes</c:v>
                </c:pt>
              </c:strCache>
            </c:strRef>
          </c:tx>
          <c:dPt>
            <c:idx val="0"/>
            <c:spPr>
              <a:solidFill>
                <a:srgbClr val="C0C0C0"/>
              </a:solidFill>
            </c:spPr>
          </c:dPt>
          <c:dPt>
            <c:idx val="1"/>
            <c:spPr>
              <a:solidFill>
                <a:srgbClr val="C0C0C0"/>
              </a:solidFill>
            </c:spPr>
          </c:dPt>
          <c:dPt>
            <c:idx val="2"/>
            <c:spPr>
              <a:solidFill>
                <a:srgbClr val="C0C0C0"/>
              </a:solidFill>
            </c:spPr>
          </c:dPt>
          <c:dPt>
            <c:idx val="3"/>
            <c:spPr>
              <a:solidFill>
                <a:srgbClr val="C0C0C0"/>
              </a:solidFill>
            </c:spPr>
          </c:dPt>
          <c:dPt>
            <c:idx val="4"/>
            <c:spPr>
              <a:solidFill>
                <a:srgbClr val="C0C0C0"/>
              </a:solidFill>
            </c:spPr>
          </c:dPt>
          <c:dPt>
            <c:idx val="5"/>
            <c:spPr>
              <a:solidFill>
                <a:srgbClr val="C0C0C0"/>
              </a:solidFill>
            </c:spPr>
          </c:dPt>
          <c:dPt>
            <c:idx val="6"/>
            <c:spPr>
              <a:solidFill>
                <a:srgbClr val="C0C0C0"/>
              </a:solidFill>
            </c:spPr>
          </c:dPt>
          <c:dPt>
            <c:idx val="7"/>
            <c:spPr>
              <a:solidFill>
                <a:srgbClr val="C0C0C0"/>
              </a:solidFill>
            </c:spPr>
          </c:dPt>
          <c:dPt>
            <c:idx val="8"/>
            <c:spPr>
              <a:solidFill>
                <a:srgbClr val="C0C0C0"/>
              </a:solidFill>
            </c:spPr>
          </c:dPt>
          <c:dPt>
            <c:idx val="9"/>
            <c:spPr>
              <a:solidFill>
                <a:srgbClr val="C0C0C0"/>
              </a:solidFill>
            </c:spPr>
          </c:dPt>
          <c:cat>
            <c:strRef>
              <c:f>Sheet1!$A$2:$A$11</c:f>
              <c:strCache>
                <c:ptCount val="10"/>
                <c:pt idx="0">
                  <c:v>Sam</c:v>
                </c:pt>
                <c:pt idx="1">
                  <c:v>Morgan</c:v>
                </c:pt>
                <c:pt idx="2">
                  <c:v>Riley</c:v>
                </c:pt>
                <c:pt idx="3">
                  <c:v>Jesse</c:v>
                </c:pt>
                <c:pt idx="4">
                  <c:v>Casey</c:v>
                </c:pt>
                <c:pt idx="5">
                  <c:v>Jordan</c:v>
                </c:pt>
                <c:pt idx="6">
                  <c:v>Taylor</c:v>
                </c:pt>
                <c:pt idx="7">
                  <c:v>Drew</c:v>
                </c:pt>
                <c:pt idx="8">
                  <c:v>Alex</c:v>
                </c:pt>
                <c:pt idx="9">
                  <c:v>Louise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2</c:v>
                </c:pt>
                <c:pt idx="5">
                  <c:v>0</c:v>
                </c:pt>
                <c:pt idx="6">
                  <c:v>2</c:v>
                </c:pt>
                <c:pt idx="7">
                  <c:v>4</c:v>
                </c:pt>
                <c:pt idx="8">
                  <c:v>8</c:v>
                </c:pt>
                <c:pt idx="9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Third Votes</c:v>
                </c:pt>
              </c:strCache>
            </c:strRef>
          </c:tx>
          <c:dPt>
            <c:idx val="0"/>
            <c:spPr>
              <a:solidFill>
                <a:srgbClr val="CD7F32"/>
              </a:solidFill>
            </c:spPr>
          </c:dPt>
          <c:dPt>
            <c:idx val="1"/>
            <c:spPr>
              <a:solidFill>
                <a:srgbClr val="CD7F32"/>
              </a:solidFill>
            </c:spPr>
          </c:dPt>
          <c:dPt>
            <c:idx val="2"/>
            <c:spPr>
              <a:solidFill>
                <a:srgbClr val="CD7F32"/>
              </a:solidFill>
            </c:spPr>
          </c:dPt>
          <c:dPt>
            <c:idx val="3"/>
            <c:spPr>
              <a:solidFill>
                <a:srgbClr val="CD7F32"/>
              </a:solidFill>
            </c:spPr>
          </c:dPt>
          <c:dPt>
            <c:idx val="4"/>
            <c:spPr>
              <a:solidFill>
                <a:srgbClr val="CD7F32"/>
              </a:solidFill>
            </c:spPr>
          </c:dPt>
          <c:dPt>
            <c:idx val="5"/>
            <c:spPr>
              <a:solidFill>
                <a:srgbClr val="CD7F32"/>
              </a:solidFill>
            </c:spPr>
          </c:dPt>
          <c:dPt>
            <c:idx val="6"/>
            <c:spPr>
              <a:solidFill>
                <a:srgbClr val="CD7F32"/>
              </a:solidFill>
            </c:spPr>
          </c:dPt>
          <c:dPt>
            <c:idx val="7"/>
            <c:spPr>
              <a:solidFill>
                <a:srgbClr val="CD7F32"/>
              </a:solidFill>
            </c:spPr>
          </c:dPt>
          <c:dPt>
            <c:idx val="8"/>
            <c:spPr>
              <a:solidFill>
                <a:srgbClr val="CD7F32"/>
              </a:solidFill>
            </c:spPr>
          </c:dPt>
          <c:dPt>
            <c:idx val="9"/>
            <c:spPr>
              <a:solidFill>
                <a:srgbClr val="CD7F32"/>
              </a:solidFill>
            </c:spPr>
          </c:dPt>
          <c:cat>
            <c:strRef>
              <c:f>Sheet1!$A$2:$A$11</c:f>
              <c:strCache>
                <c:ptCount val="10"/>
                <c:pt idx="0">
                  <c:v>Sam</c:v>
                </c:pt>
                <c:pt idx="1">
                  <c:v>Morgan</c:v>
                </c:pt>
                <c:pt idx="2">
                  <c:v>Riley</c:v>
                </c:pt>
                <c:pt idx="3">
                  <c:v>Jesse</c:v>
                </c:pt>
                <c:pt idx="4">
                  <c:v>Casey</c:v>
                </c:pt>
                <c:pt idx="5">
                  <c:v>Jordan</c:v>
                </c:pt>
                <c:pt idx="6">
                  <c:v>Taylor</c:v>
                </c:pt>
                <c:pt idx="7">
                  <c:v>Drew</c:v>
                </c:pt>
                <c:pt idx="8">
                  <c:v>Alex</c:v>
                </c:pt>
                <c:pt idx="9">
                  <c:v>Louise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1</c:v>
                </c:pt>
                <c:pt idx="9">
                  <c:v>5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00000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00000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First Votes</c:v>
                </c:pt>
              </c:strCache>
            </c:strRef>
          </c:tx>
          <c:dPt>
            <c:idx val="0"/>
            <c:spPr>
              <a:solidFill>
                <a:srgbClr val="FFD700"/>
              </a:solidFill>
            </c:spPr>
          </c:dPt>
          <c:dPt>
            <c:idx val="1"/>
            <c:spPr>
              <a:solidFill>
                <a:srgbClr val="FFD700"/>
              </a:solidFill>
            </c:spPr>
          </c:dPt>
          <c:dPt>
            <c:idx val="2"/>
            <c:spPr>
              <a:solidFill>
                <a:srgbClr val="FFD700"/>
              </a:solidFill>
            </c:spPr>
          </c:dPt>
          <c:dPt>
            <c:idx val="3"/>
            <c:spPr>
              <a:solidFill>
                <a:srgbClr val="FFD700"/>
              </a:solidFill>
            </c:spPr>
          </c:dPt>
          <c:dPt>
            <c:idx val="4"/>
            <c:spPr>
              <a:solidFill>
                <a:srgbClr val="FFD700"/>
              </a:solidFill>
            </c:spPr>
          </c:dPt>
          <c:dPt>
            <c:idx val="5"/>
            <c:spPr>
              <a:solidFill>
                <a:srgbClr val="FFD700"/>
              </a:solidFill>
            </c:spPr>
          </c:dPt>
          <c:dPt>
            <c:idx val="6"/>
            <c:spPr>
              <a:solidFill>
                <a:srgbClr val="FFD700"/>
              </a:solidFill>
            </c:spPr>
          </c:dPt>
          <c:dPt>
            <c:idx val="7"/>
            <c:spPr>
              <a:solidFill>
                <a:srgbClr val="FFD700"/>
              </a:solidFill>
            </c:spPr>
          </c:dPt>
          <c:dPt>
            <c:idx val="8"/>
            <c:spPr>
              <a:solidFill>
                <a:srgbClr val="FFD700"/>
              </a:solidFill>
            </c:spPr>
          </c:dPt>
          <c:dPt>
            <c:idx val="9"/>
            <c:spPr>
              <a:solidFill>
                <a:srgbClr val="FFD700"/>
              </a:solidFill>
            </c:spPr>
          </c:dPt>
          <c:cat>
            <c:strRef>
              <c:f>Sheet1!$A$2:$A$11</c:f>
              <c:strCache>
                <c:ptCount val="10"/>
                <c:pt idx="0">
                  <c:v>Sam</c:v>
                </c:pt>
                <c:pt idx="1">
                  <c:v>Jesse</c:v>
                </c:pt>
                <c:pt idx="2">
                  <c:v>Riley</c:v>
                </c:pt>
                <c:pt idx="3">
                  <c:v>Drew</c:v>
                </c:pt>
                <c:pt idx="4">
                  <c:v>Taylor</c:v>
                </c:pt>
                <c:pt idx="5">
                  <c:v>Louise</c:v>
                </c:pt>
                <c:pt idx="6">
                  <c:v>Casey</c:v>
                </c:pt>
                <c:pt idx="7">
                  <c:v>Jordan</c:v>
                </c:pt>
                <c:pt idx="8">
                  <c:v>Alex</c:v>
                </c:pt>
                <c:pt idx="9">
                  <c:v>Morgan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3</c:v>
                </c:pt>
                <c:pt idx="2">
                  <c:v>3</c:v>
                </c:pt>
                <c:pt idx="3">
                  <c:v>6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Second Votes</c:v>
                </c:pt>
              </c:strCache>
            </c:strRef>
          </c:tx>
          <c:dPt>
            <c:idx val="0"/>
            <c:spPr>
              <a:solidFill>
                <a:srgbClr val="C0C0C0"/>
              </a:solidFill>
            </c:spPr>
          </c:dPt>
          <c:dPt>
            <c:idx val="1"/>
            <c:spPr>
              <a:solidFill>
                <a:srgbClr val="C0C0C0"/>
              </a:solidFill>
            </c:spPr>
          </c:dPt>
          <c:dPt>
            <c:idx val="2"/>
            <c:spPr>
              <a:solidFill>
                <a:srgbClr val="C0C0C0"/>
              </a:solidFill>
            </c:spPr>
          </c:dPt>
          <c:dPt>
            <c:idx val="3"/>
            <c:spPr>
              <a:solidFill>
                <a:srgbClr val="C0C0C0"/>
              </a:solidFill>
            </c:spPr>
          </c:dPt>
          <c:dPt>
            <c:idx val="4"/>
            <c:spPr>
              <a:solidFill>
                <a:srgbClr val="C0C0C0"/>
              </a:solidFill>
            </c:spPr>
          </c:dPt>
          <c:dPt>
            <c:idx val="5"/>
            <c:spPr>
              <a:solidFill>
                <a:srgbClr val="C0C0C0"/>
              </a:solidFill>
            </c:spPr>
          </c:dPt>
          <c:dPt>
            <c:idx val="6"/>
            <c:spPr>
              <a:solidFill>
                <a:srgbClr val="C0C0C0"/>
              </a:solidFill>
            </c:spPr>
          </c:dPt>
          <c:dPt>
            <c:idx val="7"/>
            <c:spPr>
              <a:solidFill>
                <a:srgbClr val="C0C0C0"/>
              </a:solidFill>
            </c:spPr>
          </c:dPt>
          <c:dPt>
            <c:idx val="8"/>
            <c:spPr>
              <a:solidFill>
                <a:srgbClr val="C0C0C0"/>
              </a:solidFill>
            </c:spPr>
          </c:dPt>
          <c:dPt>
            <c:idx val="9"/>
            <c:spPr>
              <a:solidFill>
                <a:srgbClr val="C0C0C0"/>
              </a:solidFill>
            </c:spPr>
          </c:dPt>
          <c:cat>
            <c:strRef>
              <c:f>Sheet1!$A$2:$A$11</c:f>
              <c:strCache>
                <c:ptCount val="10"/>
                <c:pt idx="0">
                  <c:v>Sam</c:v>
                </c:pt>
                <c:pt idx="1">
                  <c:v>Jesse</c:v>
                </c:pt>
                <c:pt idx="2">
                  <c:v>Riley</c:v>
                </c:pt>
                <c:pt idx="3">
                  <c:v>Drew</c:v>
                </c:pt>
                <c:pt idx="4">
                  <c:v>Taylor</c:v>
                </c:pt>
                <c:pt idx="5">
                  <c:v>Louise</c:v>
                </c:pt>
                <c:pt idx="6">
                  <c:v>Casey</c:v>
                </c:pt>
                <c:pt idx="7">
                  <c:v>Jordan</c:v>
                </c:pt>
                <c:pt idx="8">
                  <c:v>Alex</c:v>
                </c:pt>
                <c:pt idx="9">
                  <c:v>Morgan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6</c:v>
                </c:pt>
                <c:pt idx="5">
                  <c:v>4</c:v>
                </c:pt>
                <c:pt idx="6">
                  <c:v>6</c:v>
                </c:pt>
                <c:pt idx="7">
                  <c:v>0</c:v>
                </c:pt>
                <c:pt idx="8">
                  <c:v>0</c:v>
                </c:pt>
                <c:pt idx="9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Third Votes</c:v>
                </c:pt>
              </c:strCache>
            </c:strRef>
          </c:tx>
          <c:dPt>
            <c:idx val="0"/>
            <c:spPr>
              <a:solidFill>
                <a:srgbClr val="CD7F32"/>
              </a:solidFill>
            </c:spPr>
          </c:dPt>
          <c:dPt>
            <c:idx val="1"/>
            <c:spPr>
              <a:solidFill>
                <a:srgbClr val="CD7F32"/>
              </a:solidFill>
            </c:spPr>
          </c:dPt>
          <c:dPt>
            <c:idx val="2"/>
            <c:spPr>
              <a:solidFill>
                <a:srgbClr val="CD7F32"/>
              </a:solidFill>
            </c:spPr>
          </c:dPt>
          <c:dPt>
            <c:idx val="3"/>
            <c:spPr>
              <a:solidFill>
                <a:srgbClr val="CD7F32"/>
              </a:solidFill>
            </c:spPr>
          </c:dPt>
          <c:dPt>
            <c:idx val="4"/>
            <c:spPr>
              <a:solidFill>
                <a:srgbClr val="CD7F32"/>
              </a:solidFill>
            </c:spPr>
          </c:dPt>
          <c:dPt>
            <c:idx val="5"/>
            <c:spPr>
              <a:solidFill>
                <a:srgbClr val="CD7F32"/>
              </a:solidFill>
            </c:spPr>
          </c:dPt>
          <c:dPt>
            <c:idx val="6"/>
            <c:spPr>
              <a:solidFill>
                <a:srgbClr val="CD7F32"/>
              </a:solidFill>
            </c:spPr>
          </c:dPt>
          <c:dPt>
            <c:idx val="7"/>
            <c:spPr>
              <a:solidFill>
                <a:srgbClr val="CD7F32"/>
              </a:solidFill>
            </c:spPr>
          </c:dPt>
          <c:dPt>
            <c:idx val="8"/>
            <c:spPr>
              <a:solidFill>
                <a:srgbClr val="CD7F32"/>
              </a:solidFill>
            </c:spPr>
          </c:dPt>
          <c:dPt>
            <c:idx val="9"/>
            <c:spPr>
              <a:solidFill>
                <a:srgbClr val="CD7F32"/>
              </a:solidFill>
            </c:spPr>
          </c:dPt>
          <c:cat>
            <c:strRef>
              <c:f>Sheet1!$A$2:$A$11</c:f>
              <c:strCache>
                <c:ptCount val="10"/>
                <c:pt idx="0">
                  <c:v>Sam</c:v>
                </c:pt>
                <c:pt idx="1">
                  <c:v>Jesse</c:v>
                </c:pt>
                <c:pt idx="2">
                  <c:v>Riley</c:v>
                </c:pt>
                <c:pt idx="3">
                  <c:v>Drew</c:v>
                </c:pt>
                <c:pt idx="4">
                  <c:v>Taylor</c:v>
                </c:pt>
                <c:pt idx="5">
                  <c:v>Louise</c:v>
                </c:pt>
                <c:pt idx="6">
                  <c:v>Casey</c:v>
                </c:pt>
                <c:pt idx="7">
                  <c:v>Jordan</c:v>
                </c:pt>
                <c:pt idx="8">
                  <c:v>Alex</c:v>
                </c:pt>
                <c:pt idx="9">
                  <c:v>Morgan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  <c:pt idx="5">
                  <c:v>2</c:v>
                </c:pt>
                <c:pt idx="6">
                  <c:v>0</c:v>
                </c:pt>
                <c:pt idx="7">
                  <c:v>1</c:v>
                </c:pt>
                <c:pt idx="8">
                  <c:v>1</c:v>
                </c:pt>
                <c:pt idx="9">
                  <c:v>2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00000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00000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First Votes</c:v>
                </c:pt>
              </c:strCache>
            </c:strRef>
          </c:tx>
          <c:dPt>
            <c:idx val="0"/>
            <c:spPr>
              <a:solidFill>
                <a:srgbClr val="FFD700"/>
              </a:solidFill>
            </c:spPr>
          </c:dPt>
          <c:dPt>
            <c:idx val="1"/>
            <c:spPr>
              <a:solidFill>
                <a:srgbClr val="FFD700"/>
              </a:solidFill>
            </c:spPr>
          </c:dPt>
          <c:dPt>
            <c:idx val="2"/>
            <c:spPr>
              <a:solidFill>
                <a:srgbClr val="FFD700"/>
              </a:solidFill>
            </c:spPr>
          </c:dPt>
          <c:dPt>
            <c:idx val="3"/>
            <c:spPr>
              <a:solidFill>
                <a:srgbClr val="FFD700"/>
              </a:solidFill>
            </c:spPr>
          </c:dPt>
          <c:dPt>
            <c:idx val="4"/>
            <c:spPr>
              <a:solidFill>
                <a:srgbClr val="FFD700"/>
              </a:solidFill>
            </c:spPr>
          </c:dPt>
          <c:dPt>
            <c:idx val="5"/>
            <c:spPr>
              <a:solidFill>
                <a:srgbClr val="FFD700"/>
              </a:solidFill>
            </c:spPr>
          </c:dPt>
          <c:dPt>
            <c:idx val="6"/>
            <c:spPr>
              <a:solidFill>
                <a:srgbClr val="FFD700"/>
              </a:solidFill>
            </c:spPr>
          </c:dPt>
          <c:dPt>
            <c:idx val="7"/>
            <c:spPr>
              <a:solidFill>
                <a:srgbClr val="FFD700"/>
              </a:solidFill>
            </c:spPr>
          </c:dPt>
          <c:dPt>
            <c:idx val="8"/>
            <c:spPr>
              <a:solidFill>
                <a:srgbClr val="FFD700"/>
              </a:solidFill>
            </c:spPr>
          </c:dPt>
          <c:dPt>
            <c:idx val="9"/>
            <c:spPr>
              <a:solidFill>
                <a:srgbClr val="FFD700"/>
              </a:solidFill>
            </c:spPr>
          </c:dPt>
          <c:cat>
            <c:strRef>
              <c:f>Sheet1!$A$2:$A$11</c:f>
              <c:strCache>
                <c:ptCount val="10"/>
                <c:pt idx="0">
                  <c:v>Alex</c:v>
                </c:pt>
                <c:pt idx="1">
                  <c:v>Sam</c:v>
                </c:pt>
                <c:pt idx="2">
                  <c:v>Louise</c:v>
                </c:pt>
                <c:pt idx="3">
                  <c:v>Morgan</c:v>
                </c:pt>
                <c:pt idx="4">
                  <c:v>Jesse</c:v>
                </c:pt>
                <c:pt idx="5">
                  <c:v>Casey</c:v>
                </c:pt>
                <c:pt idx="6">
                  <c:v>Drew</c:v>
                </c:pt>
                <c:pt idx="7">
                  <c:v>Riley</c:v>
                </c:pt>
                <c:pt idx="8">
                  <c:v>Taylor</c:v>
                </c:pt>
                <c:pt idx="9">
                  <c:v>Jordan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  <c:pt idx="4">
                  <c:v>0</c:v>
                </c:pt>
                <c:pt idx="5">
                  <c:v>6</c:v>
                </c:pt>
                <c:pt idx="6">
                  <c:v>3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Second Votes</c:v>
                </c:pt>
              </c:strCache>
            </c:strRef>
          </c:tx>
          <c:dPt>
            <c:idx val="0"/>
            <c:spPr>
              <a:solidFill>
                <a:srgbClr val="C0C0C0"/>
              </a:solidFill>
            </c:spPr>
          </c:dPt>
          <c:dPt>
            <c:idx val="1"/>
            <c:spPr>
              <a:solidFill>
                <a:srgbClr val="C0C0C0"/>
              </a:solidFill>
            </c:spPr>
          </c:dPt>
          <c:dPt>
            <c:idx val="2"/>
            <c:spPr>
              <a:solidFill>
                <a:srgbClr val="C0C0C0"/>
              </a:solidFill>
            </c:spPr>
          </c:dPt>
          <c:dPt>
            <c:idx val="3"/>
            <c:spPr>
              <a:solidFill>
                <a:srgbClr val="C0C0C0"/>
              </a:solidFill>
            </c:spPr>
          </c:dPt>
          <c:dPt>
            <c:idx val="4"/>
            <c:spPr>
              <a:solidFill>
                <a:srgbClr val="C0C0C0"/>
              </a:solidFill>
            </c:spPr>
          </c:dPt>
          <c:dPt>
            <c:idx val="5"/>
            <c:spPr>
              <a:solidFill>
                <a:srgbClr val="C0C0C0"/>
              </a:solidFill>
            </c:spPr>
          </c:dPt>
          <c:dPt>
            <c:idx val="6"/>
            <c:spPr>
              <a:solidFill>
                <a:srgbClr val="C0C0C0"/>
              </a:solidFill>
            </c:spPr>
          </c:dPt>
          <c:dPt>
            <c:idx val="7"/>
            <c:spPr>
              <a:solidFill>
                <a:srgbClr val="C0C0C0"/>
              </a:solidFill>
            </c:spPr>
          </c:dPt>
          <c:dPt>
            <c:idx val="8"/>
            <c:spPr>
              <a:solidFill>
                <a:srgbClr val="C0C0C0"/>
              </a:solidFill>
            </c:spPr>
          </c:dPt>
          <c:dPt>
            <c:idx val="9"/>
            <c:spPr>
              <a:solidFill>
                <a:srgbClr val="C0C0C0"/>
              </a:solidFill>
            </c:spPr>
          </c:dPt>
          <c:cat>
            <c:strRef>
              <c:f>Sheet1!$A$2:$A$11</c:f>
              <c:strCache>
                <c:ptCount val="10"/>
                <c:pt idx="0">
                  <c:v>Alex</c:v>
                </c:pt>
                <c:pt idx="1">
                  <c:v>Sam</c:v>
                </c:pt>
                <c:pt idx="2">
                  <c:v>Louise</c:v>
                </c:pt>
                <c:pt idx="3">
                  <c:v>Morgan</c:v>
                </c:pt>
                <c:pt idx="4">
                  <c:v>Jesse</c:v>
                </c:pt>
                <c:pt idx="5">
                  <c:v>Casey</c:v>
                </c:pt>
                <c:pt idx="6">
                  <c:v>Drew</c:v>
                </c:pt>
                <c:pt idx="7">
                  <c:v>Riley</c:v>
                </c:pt>
                <c:pt idx="8">
                  <c:v>Taylor</c:v>
                </c:pt>
                <c:pt idx="9">
                  <c:v>Jordan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4</c:v>
                </c:pt>
                <c:pt idx="5">
                  <c:v>0</c:v>
                </c:pt>
                <c:pt idx="6">
                  <c:v>4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Third Votes</c:v>
                </c:pt>
              </c:strCache>
            </c:strRef>
          </c:tx>
          <c:dPt>
            <c:idx val="0"/>
            <c:spPr>
              <a:solidFill>
                <a:srgbClr val="CD7F32"/>
              </a:solidFill>
            </c:spPr>
          </c:dPt>
          <c:dPt>
            <c:idx val="1"/>
            <c:spPr>
              <a:solidFill>
                <a:srgbClr val="CD7F32"/>
              </a:solidFill>
            </c:spPr>
          </c:dPt>
          <c:dPt>
            <c:idx val="2"/>
            <c:spPr>
              <a:solidFill>
                <a:srgbClr val="CD7F32"/>
              </a:solidFill>
            </c:spPr>
          </c:dPt>
          <c:dPt>
            <c:idx val="3"/>
            <c:spPr>
              <a:solidFill>
                <a:srgbClr val="CD7F32"/>
              </a:solidFill>
            </c:spPr>
          </c:dPt>
          <c:dPt>
            <c:idx val="4"/>
            <c:spPr>
              <a:solidFill>
                <a:srgbClr val="CD7F32"/>
              </a:solidFill>
            </c:spPr>
          </c:dPt>
          <c:dPt>
            <c:idx val="5"/>
            <c:spPr>
              <a:solidFill>
                <a:srgbClr val="CD7F32"/>
              </a:solidFill>
            </c:spPr>
          </c:dPt>
          <c:dPt>
            <c:idx val="6"/>
            <c:spPr>
              <a:solidFill>
                <a:srgbClr val="CD7F32"/>
              </a:solidFill>
            </c:spPr>
          </c:dPt>
          <c:dPt>
            <c:idx val="7"/>
            <c:spPr>
              <a:solidFill>
                <a:srgbClr val="CD7F32"/>
              </a:solidFill>
            </c:spPr>
          </c:dPt>
          <c:dPt>
            <c:idx val="8"/>
            <c:spPr>
              <a:solidFill>
                <a:srgbClr val="CD7F32"/>
              </a:solidFill>
            </c:spPr>
          </c:dPt>
          <c:dPt>
            <c:idx val="9"/>
            <c:spPr>
              <a:solidFill>
                <a:srgbClr val="CD7F32"/>
              </a:solidFill>
            </c:spPr>
          </c:dPt>
          <c:cat>
            <c:strRef>
              <c:f>Sheet1!$A$2:$A$11</c:f>
              <c:strCache>
                <c:ptCount val="10"/>
                <c:pt idx="0">
                  <c:v>Alex</c:v>
                </c:pt>
                <c:pt idx="1">
                  <c:v>Sam</c:v>
                </c:pt>
                <c:pt idx="2">
                  <c:v>Louise</c:v>
                </c:pt>
                <c:pt idx="3">
                  <c:v>Morgan</c:v>
                </c:pt>
                <c:pt idx="4">
                  <c:v>Jesse</c:v>
                </c:pt>
                <c:pt idx="5">
                  <c:v>Casey</c:v>
                </c:pt>
                <c:pt idx="6">
                  <c:v>Drew</c:v>
                </c:pt>
                <c:pt idx="7">
                  <c:v>Riley</c:v>
                </c:pt>
                <c:pt idx="8">
                  <c:v>Taylor</c:v>
                </c:pt>
                <c:pt idx="9">
                  <c:v>Jordan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2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1</c:v>
                </c:pt>
                <c:pt idx="9">
                  <c:v>2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00000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00000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29E3D526-FBE0-5B07-77E9-2CA168EBC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1B12ED63-46AC-B560-0A21-FB24F12963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EC3672D8-4345-04C5-B61F-85B899B04F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2368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5545DCA9-E6AD-3F09-78F5-86D726C60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E870E6AC-CFFC-4757-CE91-F64E23FE3F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62AAF607-6D65-430E-6DAB-0A4CF22E55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19990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089400A9-59FE-9A8C-3403-4EF6284D2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25388FC3-F589-3BC1-EC1B-485B3D20DF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6630C3FE-BB99-130C-725A-A35AFA9F43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55274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1528F168-8C70-8451-FB12-A1658549F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2E1EB2DD-C775-FD51-2B59-BAD2DAAAD1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7C106203-4BA1-5E85-22D5-DCD71183A1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07059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E32E1A29-B645-8B25-3669-2B704B479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767D0E49-E1F6-8A95-BB84-2C31A6FC5F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18D61F05-3D8D-CE7D-A5F3-5CE161E775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27820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B2E0593E-B3AB-AFFE-1A77-00ABA80D7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F7DC2B96-7E7C-797D-C3B2-D12484971F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CB86F285-ABFA-D01E-D7DA-158B8DB47D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65384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F377AEA6-1F3C-B021-D143-10C5F4C43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713EE067-1E77-01E3-E4B3-1DA66C359C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9FEB4BED-6472-2C4A-154C-E493BAFB53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43375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D594A6E2-8435-7C8E-21FD-CD3521444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6D03E9FD-71E4-6778-DDA2-DECAED0F98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03702C39-DE81-1C2A-8848-51603211D6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55319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47BC695B-C2BA-E9B6-E143-69D345CB1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74863DD3-0758-763D-D4A9-371150C5A7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506C382F-3E39-A480-D742-9AB6ECC46B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64395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2A302584-722C-1DED-8EE8-4F241A795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E0BBDD7F-E14E-9706-D9A4-DF76CC8897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6AE5F8BB-0F53-1271-4702-4022269B08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87615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23779996-0EDA-E068-C896-0CE87E7C6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86A87DED-109D-7302-45D9-08B49B4AE4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1F3CF239-CB38-4B0A-FD35-0CD12E3F75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01233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45103190-8D4E-B44B-E8A3-193CD31D6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827ABE2C-6291-A187-0E9C-018811A564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B3224ECE-87E5-3D9D-E070-9C179E9E0E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07208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DCE7AA69-F4F0-6346-7E91-57E110E87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6812FB39-75C9-B2FB-C39E-215D341044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6E0E3354-5D03-11EF-A027-7D840DD9AA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60549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FD4C1922-0800-0CC2-73FD-0DCD0881F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67D17B27-402D-1E73-0A9C-E7447941E1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514A4F4B-63CD-3866-5A07-B71E19C5F2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73673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03153F36-C76D-7269-62AC-2ACA78B99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511E9BF4-F9BE-B81E-F44F-AD5818726A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AF750D46-0A52-1042-1C3A-12283CF175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15095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15CB8372-7C9D-D19F-F508-3AEC4AB4A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DE0AFC02-97C8-44F1-4684-EE0E2996D3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EC12B8F9-956B-A6B8-E715-D4F7250970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91472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1C428409-F210-4376-132F-B5A133625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50DE53C2-0415-0BA3-DC4C-5AE83DBD79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DB6A3242-4608-5FA1-364B-AFE8AEAB9B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51208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7CBFB2FF-ED90-9700-E4DC-5B2607AA5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E7AEFFA7-0F57-D2D8-42C6-443127FE31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4B632A12-88EB-3428-6815-792F3BE231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28783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D2B3862F-E257-4A3F-EE10-52AE5DD2F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239EF87E-4AED-8E58-B73F-34D6F31F05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64223876-F8A2-0FF2-F2C6-F86D965EB9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86661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8BD40E9E-FFE1-84C4-7582-0C0CCAE0F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5434A35B-C4D3-4404-29BE-5259E76D84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E028D55E-E944-70B4-BD14-3659FDF7AD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67478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594DE058-A2C5-59E6-C280-6F845CC05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8599201E-E115-D302-8CC7-890DDEE88C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D814E2E2-AF33-2656-592E-00DCF8A114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1471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92CD7993-217D-17B4-DD8B-BC330D0EF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EA9CB08E-9DEA-70D9-6E7B-D354A6203C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55FF26E4-D4DC-6B13-80ED-851E5EF912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96585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60C95CB0-FCFD-5B67-4F61-C3A008820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A71ED78D-A703-BCBD-4488-4557C0C2AC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97ADD6C4-2007-1E0D-D58F-6733BD3957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90851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7E075913-D6B1-6315-0EC4-8E7F74506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69FEA216-452E-B89A-6C8C-64D39C5486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9503E20E-E66A-FFCD-E84E-611D534B6F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78184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A52DF319-917E-9AF1-7DF4-0213BCC2C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2844866A-0942-232B-1EDB-B94816F2D0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43ED7E45-4933-0D62-F51A-D74B06C379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52953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58226BC7-9734-C9DC-472D-18B31E80B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C62BA52E-9412-61D2-AE45-C8C9415751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55FBC00C-6B22-A1F8-3C44-BB5836AED0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72223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FA48D079-EC42-69F8-AC45-90214A71C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CE1FE60D-040A-C652-0F7A-E9A229228E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98F98B2A-FF38-2D8C-B36A-A8676B2EDE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7214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DB464D90-225A-1FF2-F61F-965A0BAFE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F8A4CC68-15C1-3B24-CB66-8D59F8217E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9D516E09-CD71-9179-5EEF-4FF22B8AC1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25744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D00F5AEB-E9BE-B2B4-979C-FD14E8DD4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41C74FF3-BDFE-DA06-FBCA-3119BF8F5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5701341D-0111-D1B8-4758-A758BBE490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6856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06A94569-531E-DF27-E281-21A47A363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9118B823-302E-F03A-F3C0-C98DDCCD5E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E91D4A93-AD16-2A30-7E58-6D26321742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392471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AECFC084-1893-15DA-5A8B-20AE9B6E4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F3E1C204-63FB-950B-C0C4-EFBE18704F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55191142-F060-ED0B-1870-4C13482C6D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22930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C36F8572-0125-FC82-0B88-80ACC4AC2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4C4A8A89-6151-1C02-DD4D-1EA418A128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B812753E-120F-4FA4-016E-4CA4A2BE6E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058951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2234383B-E58B-94C1-9833-E853EAD29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9A366509-BA7A-DD59-20CB-DA18C9FA44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EEE45F5A-703C-37B8-729C-F92950F09F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86692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64691B57-72E4-EC9E-B829-353D6EFB5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9FA4751E-4166-4FA1-CD8A-0E24DC3C82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9EE708A6-A2E1-9970-2AC0-BE9D032B95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43649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A2D7A13A-9581-EDCD-B7DA-1589E2A85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9ABE8E5E-3E86-01C5-59D4-FFE2ECE209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38F934C5-77BF-7D28-9861-BB30D78E67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372357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E27B510E-2844-BDEA-4312-86012814F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22F78E4A-7BEA-2FCC-1324-5CD01C6621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AEF29FF3-CA83-CD62-EB62-CF4E9AF8C9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029938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217BA6C7-5674-1095-D119-993AC3771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BD55E0C3-B067-4927-601F-1E4711524A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CC07F7A2-C72A-3654-9900-3FC07A21A7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732053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C9732FF4-EE03-64E2-46C1-ECB91322E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8255DBDF-2315-DE68-BFFD-16A74759A7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194D5604-CECF-B5E9-808D-C4EDF3A8A4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953811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37D0CB78-1DAE-F5F3-8AEE-8370070D8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679F80A4-5264-A8C8-4819-D5764151D6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4C7CC48D-A2A7-E8A2-C3FE-870442748E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110754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0AB7EA1F-3391-E388-0017-38F62D9CE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FCCDB7B5-E701-2184-A152-834DEE37BE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B36F7448-5BE2-7F48-3368-E2281687FB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427383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7CDBA172-581B-C177-B5AA-A346E9332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1753202E-CBAC-7498-971C-437E24BEA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C42C76EA-9FDE-5334-BDF0-A100D03C0E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646705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32855D12-7281-300C-2208-8F12FB547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B6C146FD-FE0F-C9DF-8D23-62296C4D99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96AFB617-E257-FE01-8C63-F7E91308DE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67581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7EB9E53C-8A7C-9615-FC0A-E5FCCAAC5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517B7704-E0CF-9B7F-2CCB-58B5315C5C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CD9D93EC-1DBB-63AB-6479-BCFA6EB9D3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580548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876703FA-67A2-EE9E-FCAB-CB678CF8B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8990682E-A257-0EF4-C46A-5D48543D96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359541F3-B5C0-C1B3-7A89-73A45D4D84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386698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620AA9AB-32CE-2031-D1C0-FBC80CF25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1CEB1367-8511-2DDB-F812-AF1D109F2F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032B5BE1-F8DB-EA96-3B1C-A3863110BE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074376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C505C452-7F83-A1E0-C634-BEA95A4AF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B558FE69-1CDE-73D1-0D7D-6797CBF15B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D47ED75F-7610-2E6C-2385-435C44F61A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400601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ACCB8212-DFC6-DCA3-79CD-946ED37AE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7AC25912-C4D5-D03B-580D-5195516952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4BEADA37-ADE9-5B0D-BD57-F5130871F8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360106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77DB9DAD-68B6-7B77-85A4-A8E3C51E5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5882E862-1C95-B4E4-75F0-086DB6ACAE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7E52DC11-E7E1-8621-F1DD-9235B1EA24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240102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26229FA3-F87D-7FF4-B004-5CB6846A1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59FC5A86-CA80-91D5-D25F-3ABF7DD7F4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9CDFDAF2-5A72-62FE-23D3-CF14155ACD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108746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C7AFCFAB-2B7A-FCCC-FA2D-0F0B9A601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FED50BD1-EC6F-5CFF-3EEB-CA063E277C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EC8EB682-1C4B-54B7-69BC-1D904FC9FF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765655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67B9C0A4-5389-769A-CDF2-44FA7411E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A7C82B7A-515E-0D76-D8C0-07F29BC013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36AFA3F7-CA47-3B4A-F037-7F9E15B1EC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831290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CE9F9BCC-CE4F-8E89-C7DE-C69ABB9F3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335BF66A-7F23-D646-E94C-063F1CECC9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A3EC48A6-39C0-F07D-8BBC-5096CB26E7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794439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D065868F-6D4E-53F9-486B-A88ACBA6C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C3316109-1E91-F694-92BC-80BEB18FCC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135B5A2E-903E-F1F1-1234-9F6D3D94C0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882439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8C4576CE-7CAF-8131-1940-5502BFA54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CA6E5B54-5175-7B28-DF73-6AE48222D9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05C12B97-B7BB-75FC-2A19-C21AFEE582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696997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FC26E4D0-9E9D-994B-15E9-6E9478AA1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5E5EDAA9-F409-E13A-CDCD-A2499FBD9F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00591A02-7A5A-64B7-387D-00CDD8DA2B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35094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CE58E3C9-8EEF-F9BF-C0D8-2B1F5365F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4F9654F7-D1CD-85BF-4E73-767DC9678C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7FA6E2BE-6F20-C677-BF1E-C18D802227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369320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9DC1F0E9-99B3-AA92-1AA8-4740579A8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FC8D07BC-A145-C68F-9BFC-B7EDABC510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861A8F5C-06BB-1AFA-DAF6-6A7B93C5E4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762290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8DF13CB3-542E-57E1-C511-C566F29DE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603ECF27-DBCA-E292-98F1-11A7C81C92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361D024C-A554-D32E-EF42-072CD7AAAE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12776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DCB21E71-9C56-CB13-D641-6BAF9DB22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216D6EC1-19E3-617E-2EEE-018ED4C397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80FD7AB0-6314-B961-2905-E0BA06346D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422636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A70670B2-163B-2ABB-9768-158E277BB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01948359-FFE2-0583-F573-CF3DC9DA4C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34CE05E6-52C2-76D3-263C-0253277AA8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729785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331C34BF-C9A3-62B3-A695-7886CE145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56342636-BA7C-B5B6-07E5-BBADE61016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DE7DE070-6402-0137-2F00-DE9EC42BA5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648972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7D815496-17CC-B2BE-B760-624058B94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BA7173C8-AF3E-133A-0859-B3F6198047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79130901-5EB8-2884-51C7-1406880826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511157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9C54C51B-C378-DB46-E958-BDB57B85C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0FEF4F4F-C777-3EA6-FF61-A1A1187DDB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0B24A6E4-1AF6-4C9F-A996-646E43FAFC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97594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4346D35B-9CC4-4A70-3877-B972A9C70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1B2AC5FF-144B-46C4-5AFB-689294C997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2E2AEAD2-690A-2692-4B13-AA8371681F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448505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63725739-20B7-8AA0-2213-B8E85F157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38E092B5-2017-F88B-C3FC-4F77EFEA32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FC29F9F8-910E-73B1-3147-87DF0C6749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597884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829B7CC3-1CAC-AB0C-5500-5335550F2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EDF36AE1-0913-93F1-2B01-7A4E5EC5AC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6407889B-44ED-2FE4-2899-D3C63FF13E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495922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8D26C765-A701-2E1E-99E1-20F62AC85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8FB9654A-29E1-3437-F98E-7C3CEAE56E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D307842E-A376-5B32-F12C-2BDE3437F7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165710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9C67DFA2-3F9A-F993-B3EE-F8ADEF6A5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77098858-C00B-26B3-6336-9B6B13BF95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A878E2F2-0B69-57B0-E852-5EFE469758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491693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4B3CDE06-2757-29A8-9EC2-1A071E574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4EC64CE0-CD45-92C4-F303-CD425C95A0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31632FA4-A312-E863-827E-31EB8E8057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652734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596B7EAE-BD9B-5028-8019-EC5E549B5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A1C73F3F-44C1-7485-205D-F151EA05B7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3299078D-3139-1462-D414-43C65F6EFD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615615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BFA490B6-8322-5546-9308-7E3E33BE7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D38D2565-00BE-4257-C30F-3E15E50011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49E06B9E-67A4-1C7B-1E9F-07F3F1E4C1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167722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8D600D73-B410-2B86-2371-9B794E5E8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6D1B2CBA-9933-6580-EFF7-F0AFC4AC5B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0CC66109-C221-BB0E-599B-B7A52821DD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3809845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6013189A-0140-1A95-6DC6-B9083497E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7F1A5832-CCFA-373B-F2D8-95CD471FDB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8FA395FD-28DC-512A-9399-D035961743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310798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A9252F84-531F-1DBD-7618-CE4AB03B3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158C23FD-A753-5E33-F4F0-52784A42B7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4C7E3316-F47D-E267-9B12-B61B5816F4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061165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27B0375A-F674-0572-03EB-C0AC57CE5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CA6E4787-33A3-82EF-C45B-C6F406DA8C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87A82FC8-882E-7937-A115-BCAB48C9BC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2222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228A9DEF-CC73-CCC4-A279-C4796536F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BC60C455-7225-DFE7-BA12-1CCA8D4273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D3FFAA41-0A6A-6BBA-9FBA-4B61A151A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6967027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2A0D08F9-7E37-2489-C436-B47D069C6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512B906E-6A35-82C1-D572-00A87098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F792699B-4EB4-488E-C857-5F71646E20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183081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25D60E08-1C32-2E56-16BE-1E4B82792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19290C5D-F7BA-86B4-4AD7-AA81A616C7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7B7A111F-CE73-BBED-3439-64232F6D14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4145088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BECCCE34-1388-58D6-21FD-3CAF57372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F97C1009-4A04-AAAD-4489-58210D12BE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9C344F00-176C-8CB7-9F8F-CDFA35AF76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732777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7B15A9FC-FF6E-C0BD-8470-7A8896D00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6B9C5571-E7E7-C204-C307-33C1D3D8A3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D8E24A7A-744E-DD04-8606-0E7ACADF5A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454240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448F5034-015D-FB7C-C641-A869A8545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7702FDA3-7809-E5B7-9E7A-41714F379C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1CB63BFE-1FF3-4312-7E94-096AAE46CE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1817655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37BF4757-D146-3798-9C49-2E5398BAE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ECFE7585-D3E4-BA99-F53B-7EAE656120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FC30F501-6317-F8B9-23A3-1F9DC0FBEB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831849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4B829D78-54E8-24D5-B6A1-30B6FD463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62D2916B-A541-933F-1111-597678D68A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98FC1F20-8C2B-522F-CE73-208C26DD76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6812973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557A2C77-AAEE-7417-7291-66B00B5D9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553ECD51-50B2-6086-8B23-CBCB37D230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9B20AC1D-9844-EB52-7AB2-BBEEC65B7B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8176849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BB463174-CB76-F4E4-7A1B-A771DCE14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9977FF79-53A6-7A4A-480E-A1E22B5D65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E9599F76-20D6-A8BA-CD67-B03627E246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0171843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43EB2CAA-4425-C1EB-140D-CE71228FE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79D74371-BDDD-207A-DF3C-F08DCE4C1D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D490605F-A8EA-6EA3-7C00-6B905CDBB6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493275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63639513-C075-83BA-3302-C35C0C1F5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ECBBA645-BA67-5A85-FF49-8D922AE058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40A5DF4F-B4B7-2438-3973-1568D7E3C1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6942418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9D4C2FF7-72B0-880E-07CB-BCD6CF627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BC7EC4E0-3A0C-28E3-5CD0-6A86563320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0FCAAABD-C718-060D-A3F8-F5F87DB3C5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0272608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62F4D9E2-98D7-0DA4-0F1E-705E5BA93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0FA45D9F-7437-BD45-8CE9-9AD2BE9EE9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C2FF2D4D-47C3-EBD1-62CD-1EFF206835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8804803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6DD91C46-EF8E-A0F8-C325-25F2F9E72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F1ABEA60-0822-7AEF-C879-210FA61956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2A6CC8B1-01CF-2DE6-E5D1-0F9BE4B0D3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5932368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4DBA7CB2-3554-C0F5-42E4-74917B118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03F0AF5E-C38D-95CD-4196-2D7C65A3DC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0DF1A90B-BD64-72CE-9D29-6F6ABC1A69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7782196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8F1A3028-F08E-CA79-9929-2DE6C8C5D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CF20264B-31D5-6AFF-40A3-1BC43B54F6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2E550C2B-8FAF-66CB-11B8-243CE002B1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0538547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C8D6BF8E-918F-B578-90B7-412AA7D9C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A2FC7B39-BB48-0C08-4D47-C379EB9FB1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94013515-3520-3009-6F5F-9FBBB56D5B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4372219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E5C20840-E711-6ED8-342D-AEF0BA09C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E7A191A6-9302-EA86-1378-015AAD451B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01A857B5-3397-A960-A295-DACEEA1F54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4085282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A4794375-CC0B-4A95-86D1-4A8C3280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38FF545F-84F6-4519-97DA-E5F77887D3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505CA105-377E-B2BB-07B1-0E445193A6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4872055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E2A1F8D5-384D-247B-5FFD-7B8327368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B78310AD-5A39-87A1-1D7C-95B410B6B7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469E5826-4D5C-92CC-4606-6F37DDA425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0300184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7DC17B3B-12ED-7AB5-AB9E-97D376030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EF166717-5110-496A-A2F1-3CD1AB6599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6E77CE47-5007-6D6D-236E-08F7C4EDE8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8299992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AB283A6D-C36B-7095-01DA-4D42DA30F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73D4F0CF-DA6D-746C-0547-6097C9DBC7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20F7DA78-78E6-C07D-3649-EDF000A347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168520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553550" y="-96"/>
            <a:ext cx="9697700" cy="5143556"/>
            <a:chOff x="-553550" y="-96"/>
            <a:chExt cx="9697700" cy="5143556"/>
          </a:xfrm>
        </p:grpSpPr>
        <p:sp>
          <p:nvSpPr>
            <p:cNvPr id="10" name="Google Shape;10;p2"/>
            <p:cNvSpPr/>
            <p:nvPr/>
          </p:nvSpPr>
          <p:spPr>
            <a:xfrm>
              <a:off x="220150" y="202988"/>
              <a:ext cx="8703853" cy="4737517"/>
            </a:xfrm>
            <a:custGeom>
              <a:avLst/>
              <a:gdLst/>
              <a:ahLst/>
              <a:cxnLst/>
              <a:rect l="l" t="t" r="r" b="b"/>
              <a:pathLst>
                <a:path w="165135" h="98894" extrusionOk="0">
                  <a:moveTo>
                    <a:pt x="164349" y="785"/>
                  </a:moveTo>
                  <a:lnTo>
                    <a:pt x="164349" y="98108"/>
                  </a:lnTo>
                  <a:lnTo>
                    <a:pt x="786" y="98108"/>
                  </a:lnTo>
                  <a:lnTo>
                    <a:pt x="786" y="785"/>
                  </a:lnTo>
                  <a:close/>
                  <a:moveTo>
                    <a:pt x="0" y="1"/>
                  </a:moveTo>
                  <a:lnTo>
                    <a:pt x="0" y="98893"/>
                  </a:lnTo>
                  <a:lnTo>
                    <a:pt x="165135" y="98893"/>
                  </a:lnTo>
                  <a:lnTo>
                    <a:pt x="165135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947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7804321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>
              <a:off x="789925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" name="Google Shape;15;p2"/>
            <p:cNvGrpSpPr/>
            <p:nvPr/>
          </p:nvGrpSpPr>
          <p:grpSpPr>
            <a:xfrm>
              <a:off x="7899238" y="-96"/>
              <a:ext cx="892175" cy="5143457"/>
              <a:chOff x="-5506175" y="3090925"/>
              <a:chExt cx="892175" cy="2837300"/>
            </a:xfrm>
          </p:grpSpPr>
          <p:sp>
            <p:nvSpPr>
              <p:cNvPr id="16" name="Google Shape;16;p2"/>
              <p:cNvSpPr/>
              <p:nvPr/>
            </p:nvSpPr>
            <p:spPr>
              <a:xfrm>
                <a:off x="-5506175" y="3090925"/>
                <a:ext cx="826775" cy="2837300"/>
              </a:xfrm>
              <a:custGeom>
                <a:avLst/>
                <a:gdLst/>
                <a:ahLst/>
                <a:cxnLst/>
                <a:rect l="l" t="t" r="r" b="b"/>
                <a:pathLst>
                  <a:path w="33071" h="113492" extrusionOk="0">
                    <a:moveTo>
                      <a:pt x="31762" y="0"/>
                    </a:moveTo>
                    <a:lnTo>
                      <a:pt x="31248" y="104"/>
                    </a:lnTo>
                    <a:cubicBezTo>
                      <a:pt x="32539" y="6528"/>
                      <a:pt x="31701" y="14028"/>
                      <a:pt x="28823" y="21792"/>
                    </a:cubicBezTo>
                    <a:cubicBezTo>
                      <a:pt x="25930" y="29591"/>
                      <a:pt x="21272" y="36651"/>
                      <a:pt x="16764" y="43481"/>
                    </a:cubicBezTo>
                    <a:lnTo>
                      <a:pt x="15934" y="44740"/>
                    </a:lnTo>
                    <a:cubicBezTo>
                      <a:pt x="11207" y="51911"/>
                      <a:pt x="6364" y="59625"/>
                      <a:pt x="3615" y="68158"/>
                    </a:cubicBezTo>
                    <a:cubicBezTo>
                      <a:pt x="1007" y="76264"/>
                      <a:pt x="1" y="84761"/>
                      <a:pt x="623" y="93408"/>
                    </a:cubicBezTo>
                    <a:cubicBezTo>
                      <a:pt x="1123" y="100370"/>
                      <a:pt x="2690" y="107127"/>
                      <a:pt x="5278" y="113492"/>
                    </a:cubicBezTo>
                    <a:lnTo>
                      <a:pt x="5761" y="113293"/>
                    </a:lnTo>
                    <a:cubicBezTo>
                      <a:pt x="3193" y="106980"/>
                      <a:pt x="1641" y="100277"/>
                      <a:pt x="1145" y="93368"/>
                    </a:cubicBezTo>
                    <a:cubicBezTo>
                      <a:pt x="528" y="84789"/>
                      <a:pt x="1525" y="76360"/>
                      <a:pt x="4111" y="68320"/>
                    </a:cubicBezTo>
                    <a:cubicBezTo>
                      <a:pt x="6840" y="59849"/>
                      <a:pt x="11662" y="52167"/>
                      <a:pt x="16369" y="45027"/>
                    </a:cubicBezTo>
                    <a:lnTo>
                      <a:pt x="17201" y="43767"/>
                    </a:lnTo>
                    <a:cubicBezTo>
                      <a:pt x="21724" y="36913"/>
                      <a:pt x="26398" y="29829"/>
                      <a:pt x="29312" y="21973"/>
                    </a:cubicBezTo>
                    <a:cubicBezTo>
                      <a:pt x="32224" y="14119"/>
                      <a:pt x="33070" y="6521"/>
                      <a:pt x="3176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-5440775" y="3090925"/>
                <a:ext cx="826775" cy="2837300"/>
              </a:xfrm>
              <a:custGeom>
                <a:avLst/>
                <a:gdLst/>
                <a:ahLst/>
                <a:cxnLst/>
                <a:rect l="l" t="t" r="r" b="b"/>
                <a:pathLst>
                  <a:path w="33071" h="113492" extrusionOk="0">
                    <a:moveTo>
                      <a:pt x="31761" y="0"/>
                    </a:moveTo>
                    <a:lnTo>
                      <a:pt x="31248" y="104"/>
                    </a:lnTo>
                    <a:cubicBezTo>
                      <a:pt x="32538" y="6528"/>
                      <a:pt x="31700" y="14028"/>
                      <a:pt x="28822" y="21792"/>
                    </a:cubicBezTo>
                    <a:cubicBezTo>
                      <a:pt x="25930" y="29591"/>
                      <a:pt x="21271" y="36651"/>
                      <a:pt x="16764" y="43481"/>
                    </a:cubicBezTo>
                    <a:lnTo>
                      <a:pt x="15933" y="44740"/>
                    </a:lnTo>
                    <a:cubicBezTo>
                      <a:pt x="11207" y="51911"/>
                      <a:pt x="6363" y="59625"/>
                      <a:pt x="3614" y="68158"/>
                    </a:cubicBezTo>
                    <a:cubicBezTo>
                      <a:pt x="1007" y="76264"/>
                      <a:pt x="0" y="84761"/>
                      <a:pt x="623" y="93408"/>
                    </a:cubicBezTo>
                    <a:cubicBezTo>
                      <a:pt x="1123" y="100370"/>
                      <a:pt x="2690" y="107127"/>
                      <a:pt x="5277" y="113492"/>
                    </a:cubicBezTo>
                    <a:lnTo>
                      <a:pt x="5761" y="113295"/>
                    </a:lnTo>
                    <a:cubicBezTo>
                      <a:pt x="3193" y="106983"/>
                      <a:pt x="1641" y="100278"/>
                      <a:pt x="1145" y="93369"/>
                    </a:cubicBezTo>
                    <a:cubicBezTo>
                      <a:pt x="525" y="84789"/>
                      <a:pt x="1525" y="76362"/>
                      <a:pt x="4111" y="68320"/>
                    </a:cubicBezTo>
                    <a:cubicBezTo>
                      <a:pt x="6840" y="59849"/>
                      <a:pt x="11662" y="52167"/>
                      <a:pt x="16369" y="45027"/>
                    </a:cubicBezTo>
                    <a:lnTo>
                      <a:pt x="17201" y="43767"/>
                    </a:lnTo>
                    <a:cubicBezTo>
                      <a:pt x="21724" y="36913"/>
                      <a:pt x="26398" y="29829"/>
                      <a:pt x="29312" y="21973"/>
                    </a:cubicBezTo>
                    <a:cubicBezTo>
                      <a:pt x="32224" y="14119"/>
                      <a:pt x="33070" y="6521"/>
                      <a:pt x="3176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" name="Google Shape;18;p2"/>
            <p:cNvSpPr/>
            <p:nvPr/>
          </p:nvSpPr>
          <p:spPr>
            <a:xfrm>
              <a:off x="-55355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 rot="-572">
            <a:off x="2767875" y="3652707"/>
            <a:ext cx="36084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1151850" y="1021216"/>
            <a:ext cx="6782400" cy="247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hasCustomPrompt="1"/>
          </p:nvPr>
        </p:nvSpPr>
        <p:spPr>
          <a:xfrm>
            <a:off x="2713250" y="1089763"/>
            <a:ext cx="1127100" cy="10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 rot="263">
            <a:off x="1314500" y="3590096"/>
            <a:ext cx="3924600" cy="4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 idx="2"/>
          </p:nvPr>
        </p:nvSpPr>
        <p:spPr>
          <a:xfrm>
            <a:off x="1314500" y="2445065"/>
            <a:ext cx="3924600" cy="9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26" name="Google Shape;26;p3"/>
          <p:cNvGrpSpPr/>
          <p:nvPr/>
        </p:nvGrpSpPr>
        <p:grpSpPr>
          <a:xfrm>
            <a:off x="0" y="-886755"/>
            <a:ext cx="9139375" cy="6030213"/>
            <a:chOff x="0" y="-886755"/>
            <a:chExt cx="9139375" cy="6030213"/>
          </a:xfrm>
        </p:grpSpPr>
        <p:sp>
          <p:nvSpPr>
            <p:cNvPr id="27" name="Google Shape;27;p3"/>
            <p:cNvSpPr/>
            <p:nvPr/>
          </p:nvSpPr>
          <p:spPr>
            <a:xfrm rot="-5400000" flipH="1">
              <a:off x="1801635" y="-2517072"/>
              <a:ext cx="154019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" name="Google Shape;28;p3"/>
            <p:cNvGrpSpPr/>
            <p:nvPr/>
          </p:nvGrpSpPr>
          <p:grpSpPr>
            <a:xfrm>
              <a:off x="6341825" y="-10"/>
              <a:ext cx="2797550" cy="5143467"/>
              <a:chOff x="6341825" y="-10"/>
              <a:chExt cx="2797550" cy="5143467"/>
            </a:xfrm>
          </p:grpSpPr>
          <p:sp>
            <p:nvSpPr>
              <p:cNvPr id="29" name="Google Shape;29;p3"/>
              <p:cNvSpPr/>
              <p:nvPr/>
            </p:nvSpPr>
            <p:spPr>
              <a:xfrm rot="10800000">
                <a:off x="6373623" y="-10"/>
                <a:ext cx="2188410" cy="5143460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3"/>
              <p:cNvSpPr/>
              <p:nvPr/>
            </p:nvSpPr>
            <p:spPr>
              <a:xfrm>
                <a:off x="6341825" y="0"/>
                <a:ext cx="1594188" cy="5143457"/>
              </a:xfrm>
              <a:custGeom>
                <a:avLst/>
                <a:gdLst/>
                <a:ahLst/>
                <a:cxnLst/>
                <a:rect l="l" t="t" r="r" b="b"/>
                <a:pathLst>
                  <a:path w="33071" h="113492" extrusionOk="0">
                    <a:moveTo>
                      <a:pt x="31762" y="0"/>
                    </a:moveTo>
                    <a:lnTo>
                      <a:pt x="31248" y="104"/>
                    </a:lnTo>
                    <a:cubicBezTo>
                      <a:pt x="32539" y="6528"/>
                      <a:pt x="31701" y="14028"/>
                      <a:pt x="28823" y="21792"/>
                    </a:cubicBezTo>
                    <a:cubicBezTo>
                      <a:pt x="25930" y="29591"/>
                      <a:pt x="21272" y="36651"/>
                      <a:pt x="16764" y="43481"/>
                    </a:cubicBezTo>
                    <a:lnTo>
                      <a:pt x="15934" y="44740"/>
                    </a:lnTo>
                    <a:cubicBezTo>
                      <a:pt x="11207" y="51911"/>
                      <a:pt x="6364" y="59625"/>
                      <a:pt x="3615" y="68158"/>
                    </a:cubicBezTo>
                    <a:cubicBezTo>
                      <a:pt x="1007" y="76264"/>
                      <a:pt x="1" y="84761"/>
                      <a:pt x="623" y="93408"/>
                    </a:cubicBezTo>
                    <a:cubicBezTo>
                      <a:pt x="1123" y="100370"/>
                      <a:pt x="2690" y="107127"/>
                      <a:pt x="5278" y="113492"/>
                    </a:cubicBezTo>
                    <a:lnTo>
                      <a:pt x="5761" y="113293"/>
                    </a:lnTo>
                    <a:cubicBezTo>
                      <a:pt x="3193" y="106980"/>
                      <a:pt x="1641" y="100277"/>
                      <a:pt x="1145" y="93368"/>
                    </a:cubicBezTo>
                    <a:cubicBezTo>
                      <a:pt x="528" y="84789"/>
                      <a:pt x="1525" y="76360"/>
                      <a:pt x="4111" y="68320"/>
                    </a:cubicBezTo>
                    <a:cubicBezTo>
                      <a:pt x="6840" y="59849"/>
                      <a:pt x="11662" y="52167"/>
                      <a:pt x="16369" y="45027"/>
                    </a:cubicBezTo>
                    <a:lnTo>
                      <a:pt x="17201" y="43767"/>
                    </a:lnTo>
                    <a:cubicBezTo>
                      <a:pt x="21724" y="36913"/>
                      <a:pt x="26398" y="29829"/>
                      <a:pt x="29312" y="21973"/>
                    </a:cubicBezTo>
                    <a:cubicBezTo>
                      <a:pt x="32224" y="14119"/>
                      <a:pt x="33070" y="6521"/>
                      <a:pt x="3176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3"/>
              <p:cNvSpPr/>
              <p:nvPr/>
            </p:nvSpPr>
            <p:spPr>
              <a:xfrm>
                <a:off x="6467927" y="0"/>
                <a:ext cx="1594188" cy="5143457"/>
              </a:xfrm>
              <a:custGeom>
                <a:avLst/>
                <a:gdLst/>
                <a:ahLst/>
                <a:cxnLst/>
                <a:rect l="l" t="t" r="r" b="b"/>
                <a:pathLst>
                  <a:path w="33071" h="113492" extrusionOk="0">
                    <a:moveTo>
                      <a:pt x="31761" y="0"/>
                    </a:moveTo>
                    <a:lnTo>
                      <a:pt x="31248" y="104"/>
                    </a:lnTo>
                    <a:cubicBezTo>
                      <a:pt x="32538" y="6528"/>
                      <a:pt x="31700" y="14028"/>
                      <a:pt x="28822" y="21792"/>
                    </a:cubicBezTo>
                    <a:cubicBezTo>
                      <a:pt x="25930" y="29591"/>
                      <a:pt x="21271" y="36651"/>
                      <a:pt x="16764" y="43481"/>
                    </a:cubicBezTo>
                    <a:lnTo>
                      <a:pt x="15933" y="44740"/>
                    </a:lnTo>
                    <a:cubicBezTo>
                      <a:pt x="11207" y="51911"/>
                      <a:pt x="6363" y="59625"/>
                      <a:pt x="3614" y="68158"/>
                    </a:cubicBezTo>
                    <a:cubicBezTo>
                      <a:pt x="1007" y="76264"/>
                      <a:pt x="0" y="84761"/>
                      <a:pt x="623" y="93408"/>
                    </a:cubicBezTo>
                    <a:cubicBezTo>
                      <a:pt x="1123" y="100370"/>
                      <a:pt x="2690" y="107127"/>
                      <a:pt x="5277" y="113492"/>
                    </a:cubicBezTo>
                    <a:lnTo>
                      <a:pt x="5761" y="113295"/>
                    </a:lnTo>
                    <a:cubicBezTo>
                      <a:pt x="3193" y="106983"/>
                      <a:pt x="1641" y="100278"/>
                      <a:pt x="1145" y="93369"/>
                    </a:cubicBezTo>
                    <a:cubicBezTo>
                      <a:pt x="525" y="84789"/>
                      <a:pt x="1525" y="76362"/>
                      <a:pt x="4111" y="68320"/>
                    </a:cubicBezTo>
                    <a:cubicBezTo>
                      <a:pt x="6840" y="59849"/>
                      <a:pt x="11662" y="52167"/>
                      <a:pt x="16369" y="45027"/>
                    </a:cubicBezTo>
                    <a:lnTo>
                      <a:pt x="17201" y="43767"/>
                    </a:lnTo>
                    <a:cubicBezTo>
                      <a:pt x="21724" y="36913"/>
                      <a:pt x="26398" y="29829"/>
                      <a:pt x="29312" y="21973"/>
                    </a:cubicBezTo>
                    <a:cubicBezTo>
                      <a:pt x="32224" y="14119"/>
                      <a:pt x="33070" y="6521"/>
                      <a:pt x="3176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3"/>
              <p:cNvSpPr/>
              <p:nvPr/>
            </p:nvSpPr>
            <p:spPr>
              <a:xfrm rot="10800000">
                <a:off x="6950965" y="-10"/>
                <a:ext cx="2188410" cy="5143460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" name="Google Shape;33;p3"/>
            <p:cNvSpPr/>
            <p:nvPr/>
          </p:nvSpPr>
          <p:spPr>
            <a:xfrm rot="-5400000" flipH="1">
              <a:off x="1801635" y="-2688390"/>
              <a:ext cx="154019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body" idx="1"/>
          </p:nvPr>
        </p:nvSpPr>
        <p:spPr>
          <a:xfrm>
            <a:off x="720000" y="1403100"/>
            <a:ext cx="7704000" cy="9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38" name="Google Shape;38;p4"/>
          <p:cNvGrpSpPr/>
          <p:nvPr/>
        </p:nvGrpSpPr>
        <p:grpSpPr>
          <a:xfrm>
            <a:off x="-622550" y="0"/>
            <a:ext cx="10338825" cy="5143460"/>
            <a:chOff x="-622550" y="0"/>
            <a:chExt cx="10338825" cy="5143460"/>
          </a:xfrm>
        </p:grpSpPr>
        <p:sp>
          <p:nvSpPr>
            <p:cNvPr id="39" name="Google Shape;39;p4"/>
            <p:cNvSpPr/>
            <p:nvPr/>
          </p:nvSpPr>
          <p:spPr>
            <a:xfrm rot="10800000" flipH="1">
              <a:off x="-513887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4"/>
            <p:cNvSpPr/>
            <p:nvPr/>
          </p:nvSpPr>
          <p:spPr>
            <a:xfrm rot="10800000">
              <a:off x="835143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 rot="10800000">
              <a:off x="84713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4"/>
            <p:cNvSpPr/>
            <p:nvPr/>
          </p:nvSpPr>
          <p:spPr>
            <a:xfrm rot="10800000" flipH="1">
              <a:off x="-62255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1"/>
          </p:nvPr>
        </p:nvSpPr>
        <p:spPr>
          <a:xfrm>
            <a:off x="2007825" y="2739325"/>
            <a:ext cx="2334000" cy="16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2"/>
          </p:nvPr>
        </p:nvSpPr>
        <p:spPr>
          <a:xfrm>
            <a:off x="4802163" y="2739455"/>
            <a:ext cx="2334000" cy="16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3"/>
          </p:nvPr>
        </p:nvSpPr>
        <p:spPr>
          <a:xfrm>
            <a:off x="2007825" y="2410825"/>
            <a:ext cx="23340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ubTitle" idx="4"/>
          </p:nvPr>
        </p:nvSpPr>
        <p:spPr>
          <a:xfrm>
            <a:off x="4802163" y="2410825"/>
            <a:ext cx="23340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0" name="Google Shape;50;p5"/>
          <p:cNvGrpSpPr/>
          <p:nvPr/>
        </p:nvGrpSpPr>
        <p:grpSpPr>
          <a:xfrm>
            <a:off x="-7672" y="0"/>
            <a:ext cx="9151660" cy="5143460"/>
            <a:chOff x="-7672" y="0"/>
            <a:chExt cx="9151660" cy="5143460"/>
          </a:xfrm>
        </p:grpSpPr>
        <p:sp>
          <p:nvSpPr>
            <p:cNvPr id="51" name="Google Shape;51;p5"/>
            <p:cNvSpPr/>
            <p:nvPr/>
          </p:nvSpPr>
          <p:spPr>
            <a:xfrm>
              <a:off x="76706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77360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 flipH="1">
              <a:off x="57665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5"/>
            <p:cNvSpPr/>
            <p:nvPr/>
          </p:nvSpPr>
          <p:spPr>
            <a:xfrm flipH="1">
              <a:off x="51125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 rot="10800000">
              <a:off x="7741029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 rot="10800000">
              <a:off x="789908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 rot="10800000" flipH="1">
              <a:off x="170917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 rot="10800000" flipH="1">
              <a:off x="-7672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2" name="Google Shape;62;p6"/>
          <p:cNvGrpSpPr/>
          <p:nvPr/>
        </p:nvGrpSpPr>
        <p:grpSpPr>
          <a:xfrm>
            <a:off x="-277700" y="0"/>
            <a:ext cx="9421707" cy="5143460"/>
            <a:chOff x="-277700" y="0"/>
            <a:chExt cx="9421707" cy="5143460"/>
          </a:xfrm>
        </p:grpSpPr>
        <p:sp>
          <p:nvSpPr>
            <p:cNvPr id="63" name="Google Shape;63;p6"/>
            <p:cNvSpPr/>
            <p:nvPr/>
          </p:nvSpPr>
          <p:spPr>
            <a:xfrm flipH="1">
              <a:off x="8236400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6"/>
            <p:cNvSpPr/>
            <p:nvPr/>
          </p:nvSpPr>
          <p:spPr>
            <a:xfrm flipH="1">
              <a:off x="8380386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6"/>
            <p:cNvSpPr/>
            <p:nvPr/>
          </p:nvSpPr>
          <p:spPr>
            <a:xfrm rot="10800000" flipH="1">
              <a:off x="-133714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6"/>
            <p:cNvSpPr/>
            <p:nvPr/>
          </p:nvSpPr>
          <p:spPr>
            <a:xfrm rot="10800000" flipH="1">
              <a:off x="-277700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7"/>
          <p:cNvSpPr txBox="1">
            <a:spLocks noGrp="1"/>
          </p:cNvSpPr>
          <p:nvPr>
            <p:ph type="subTitle" idx="1"/>
          </p:nvPr>
        </p:nvSpPr>
        <p:spPr>
          <a:xfrm rot="-458">
            <a:off x="2320200" y="1927775"/>
            <a:ext cx="4503600" cy="20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1" name="Google Shape;71;p7"/>
          <p:cNvGrpSpPr/>
          <p:nvPr/>
        </p:nvGrpSpPr>
        <p:grpSpPr>
          <a:xfrm>
            <a:off x="-3776" y="0"/>
            <a:ext cx="9147766" cy="5143460"/>
            <a:chOff x="-3776" y="0"/>
            <a:chExt cx="9147766" cy="5143460"/>
          </a:xfrm>
        </p:grpSpPr>
        <p:sp>
          <p:nvSpPr>
            <p:cNvPr id="72" name="Google Shape;72;p7"/>
            <p:cNvSpPr/>
            <p:nvPr/>
          </p:nvSpPr>
          <p:spPr>
            <a:xfrm>
              <a:off x="7333375" y="0"/>
              <a:ext cx="121213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7"/>
            <p:cNvSpPr/>
            <p:nvPr/>
          </p:nvSpPr>
          <p:spPr>
            <a:xfrm>
              <a:off x="7429258" y="0"/>
              <a:ext cx="121213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7"/>
            <p:cNvSpPr/>
            <p:nvPr/>
          </p:nvSpPr>
          <p:spPr>
            <a:xfrm>
              <a:off x="401123" y="0"/>
              <a:ext cx="1308016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7"/>
            <p:cNvSpPr/>
            <p:nvPr/>
          </p:nvSpPr>
          <p:spPr>
            <a:xfrm>
              <a:off x="0" y="0"/>
              <a:ext cx="1308016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7"/>
            <p:cNvSpPr/>
            <p:nvPr/>
          </p:nvSpPr>
          <p:spPr>
            <a:xfrm rot="10800000">
              <a:off x="7434850" y="0"/>
              <a:ext cx="1308016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7"/>
            <p:cNvSpPr/>
            <p:nvPr/>
          </p:nvSpPr>
          <p:spPr>
            <a:xfrm rot="10800000">
              <a:off x="7835973" y="0"/>
              <a:ext cx="1308016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7"/>
            <p:cNvSpPr/>
            <p:nvPr/>
          </p:nvSpPr>
          <p:spPr>
            <a:xfrm>
              <a:off x="-3776" y="0"/>
              <a:ext cx="954181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7"/>
            <p:cNvSpPr/>
            <p:nvPr/>
          </p:nvSpPr>
          <p:spPr>
            <a:xfrm>
              <a:off x="71701" y="0"/>
              <a:ext cx="954181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8"/>
          <p:cNvSpPr txBox="1">
            <a:spLocks noGrp="1"/>
          </p:cNvSpPr>
          <p:nvPr>
            <p:ph type="title"/>
          </p:nvPr>
        </p:nvSpPr>
        <p:spPr>
          <a:xfrm>
            <a:off x="1771200" y="1256250"/>
            <a:ext cx="5601600" cy="263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83" name="Google Shape;83;p8"/>
          <p:cNvGrpSpPr/>
          <p:nvPr/>
        </p:nvGrpSpPr>
        <p:grpSpPr>
          <a:xfrm>
            <a:off x="7300" y="0"/>
            <a:ext cx="9129400" cy="5143460"/>
            <a:chOff x="7300" y="0"/>
            <a:chExt cx="9129400" cy="5143460"/>
          </a:xfrm>
        </p:grpSpPr>
        <p:sp>
          <p:nvSpPr>
            <p:cNvPr id="84" name="Google Shape;84;p8"/>
            <p:cNvSpPr/>
            <p:nvPr/>
          </p:nvSpPr>
          <p:spPr>
            <a:xfrm>
              <a:off x="1878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>
              <a:off x="7679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8333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3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10800000">
              <a:off x="77113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 rot="10800000">
              <a:off x="7549300" y="3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 rot="10800000">
              <a:off x="7483900" y="3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 rot="10800000">
              <a:off x="78918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9"/>
          <p:cNvSpPr txBox="1">
            <a:spLocks noGrp="1"/>
          </p:cNvSpPr>
          <p:nvPr>
            <p:ph type="title"/>
          </p:nvPr>
        </p:nvSpPr>
        <p:spPr>
          <a:xfrm>
            <a:off x="1427925" y="1425538"/>
            <a:ext cx="62883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5" name="Google Shape;95;p9"/>
          <p:cNvSpPr txBox="1">
            <a:spLocks noGrp="1"/>
          </p:cNvSpPr>
          <p:nvPr>
            <p:ph type="subTitle" idx="1"/>
          </p:nvPr>
        </p:nvSpPr>
        <p:spPr>
          <a:xfrm>
            <a:off x="1823199" y="2619663"/>
            <a:ext cx="5497500" cy="116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6" name="Google Shape;96;p9"/>
          <p:cNvGrpSpPr/>
          <p:nvPr/>
        </p:nvGrpSpPr>
        <p:grpSpPr>
          <a:xfrm>
            <a:off x="-264725" y="0"/>
            <a:ext cx="9409900" cy="5143460"/>
            <a:chOff x="-264725" y="0"/>
            <a:chExt cx="9409900" cy="5143460"/>
          </a:xfrm>
        </p:grpSpPr>
        <p:sp>
          <p:nvSpPr>
            <p:cNvPr id="97" name="Google Shape;97;p9"/>
            <p:cNvSpPr/>
            <p:nvPr/>
          </p:nvSpPr>
          <p:spPr>
            <a:xfrm rot="5400000">
              <a:off x="4158689" y="-3625742"/>
              <a:ext cx="826775" cy="8852660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9"/>
            <p:cNvSpPr/>
            <p:nvPr/>
          </p:nvSpPr>
          <p:spPr>
            <a:xfrm rot="5400000">
              <a:off x="4158689" y="-3560342"/>
              <a:ext cx="826775" cy="8852660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9"/>
            <p:cNvSpPr/>
            <p:nvPr/>
          </p:nvSpPr>
          <p:spPr>
            <a:xfrm>
              <a:off x="-41841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9"/>
            <p:cNvSpPr/>
            <p:nvPr/>
          </p:nvSpPr>
          <p:spPr>
            <a:xfrm>
              <a:off x="-26472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9"/>
            <p:cNvSpPr/>
            <p:nvPr/>
          </p:nvSpPr>
          <p:spPr>
            <a:xfrm rot="10800000">
              <a:off x="7688434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 rot="10800000">
              <a:off x="79002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dk2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 txBox="1">
            <a:spLocks noGrp="1"/>
          </p:cNvSpPr>
          <p:nvPr>
            <p:ph type="title"/>
          </p:nvPr>
        </p:nvSpPr>
        <p:spPr>
          <a:xfrm>
            <a:off x="1240375" y="3923775"/>
            <a:ext cx="6663300" cy="50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6" name="Google Shape;106;p10"/>
          <p:cNvGrpSpPr/>
          <p:nvPr/>
        </p:nvGrpSpPr>
        <p:grpSpPr>
          <a:xfrm>
            <a:off x="130" y="-362376"/>
            <a:ext cx="9143866" cy="1606682"/>
            <a:chOff x="130" y="-362376"/>
            <a:chExt cx="9143866" cy="1606682"/>
          </a:xfrm>
        </p:grpSpPr>
        <p:sp>
          <p:nvSpPr>
            <p:cNvPr id="107" name="Google Shape;107;p10"/>
            <p:cNvSpPr/>
            <p:nvPr/>
          </p:nvSpPr>
          <p:spPr>
            <a:xfrm rot="5400000">
              <a:off x="3873052" y="-4026637"/>
              <a:ext cx="1398023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0"/>
            <p:cNvSpPr/>
            <p:nvPr/>
          </p:nvSpPr>
          <p:spPr>
            <a:xfrm rot="5400000">
              <a:off x="3873052" y="-4235297"/>
              <a:ext cx="1398023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1"/>
          <p:cNvSpPr txBox="1">
            <a:spLocks noGrp="1"/>
          </p:cNvSpPr>
          <p:nvPr>
            <p:ph type="subTitle" idx="1"/>
          </p:nvPr>
        </p:nvSpPr>
        <p:spPr>
          <a:xfrm>
            <a:off x="2493650" y="2447875"/>
            <a:ext cx="4157100" cy="4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2" name="Google Shape;112;p11"/>
          <p:cNvSpPr txBox="1">
            <a:spLocks noGrp="1"/>
          </p:cNvSpPr>
          <p:nvPr>
            <p:ph type="title" hasCustomPrompt="1"/>
          </p:nvPr>
        </p:nvSpPr>
        <p:spPr>
          <a:xfrm rot="393">
            <a:off x="1944451" y="705625"/>
            <a:ext cx="5255100" cy="14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grpSp>
        <p:nvGrpSpPr>
          <p:cNvPr id="113" name="Google Shape;113;p11"/>
          <p:cNvGrpSpPr/>
          <p:nvPr/>
        </p:nvGrpSpPr>
        <p:grpSpPr>
          <a:xfrm>
            <a:off x="-6" y="-740571"/>
            <a:ext cx="9143866" cy="5884073"/>
            <a:chOff x="-6" y="-740571"/>
            <a:chExt cx="9143866" cy="5884073"/>
          </a:xfrm>
        </p:grpSpPr>
        <p:sp>
          <p:nvSpPr>
            <p:cNvPr id="114" name="Google Shape;114;p11"/>
            <p:cNvSpPr/>
            <p:nvPr/>
          </p:nvSpPr>
          <p:spPr>
            <a:xfrm>
              <a:off x="7721475" y="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>
              <a:off x="7786875" y="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rot="-5400000">
              <a:off x="3747305" y="-528380"/>
              <a:ext cx="1649244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rot="-5400000">
              <a:off x="3747305" y="-253052"/>
              <a:ext cx="1649244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 flipH="1">
              <a:off x="2658301" y="-3223801"/>
              <a:ext cx="1169957" cy="6486563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rot="-5400000" flipH="1">
              <a:off x="2658301" y="-3398873"/>
              <a:ext cx="1169957" cy="6486563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title" hasCustomPrompt="1"/>
          </p:nvPr>
        </p:nvSpPr>
        <p:spPr>
          <a:xfrm rot="3170">
            <a:off x="1642400" y="1260825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1"/>
          </p:nvPr>
        </p:nvSpPr>
        <p:spPr>
          <a:xfrm>
            <a:off x="720000" y="2057653"/>
            <a:ext cx="2495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title" idx="2" hasCustomPrompt="1"/>
          </p:nvPr>
        </p:nvSpPr>
        <p:spPr>
          <a:xfrm rot="3170">
            <a:off x="1642400" y="2966900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6" name="Google Shape;126;p13"/>
          <p:cNvSpPr txBox="1">
            <a:spLocks noGrp="1"/>
          </p:cNvSpPr>
          <p:nvPr>
            <p:ph type="title" idx="3" hasCustomPrompt="1"/>
          </p:nvPr>
        </p:nvSpPr>
        <p:spPr>
          <a:xfrm rot="3170">
            <a:off x="4246650" y="1260825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>
            <a:spLocks noGrp="1"/>
          </p:cNvSpPr>
          <p:nvPr>
            <p:ph type="subTitle" idx="4"/>
          </p:nvPr>
        </p:nvSpPr>
        <p:spPr>
          <a:xfrm>
            <a:off x="3324300" y="2057653"/>
            <a:ext cx="2495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title" idx="5" hasCustomPrompt="1"/>
          </p:nvPr>
        </p:nvSpPr>
        <p:spPr>
          <a:xfrm rot="3170">
            <a:off x="4246650" y="2966900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6"/>
          </p:nvPr>
        </p:nvSpPr>
        <p:spPr>
          <a:xfrm>
            <a:off x="3324300" y="3772201"/>
            <a:ext cx="2495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3"/>
          <p:cNvSpPr txBox="1">
            <a:spLocks noGrp="1"/>
          </p:cNvSpPr>
          <p:nvPr>
            <p:ph type="subTitle" idx="7"/>
          </p:nvPr>
        </p:nvSpPr>
        <p:spPr>
          <a:xfrm>
            <a:off x="720000" y="1752450"/>
            <a:ext cx="2495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1" name="Google Shape;131;p13"/>
          <p:cNvSpPr txBox="1">
            <a:spLocks noGrp="1"/>
          </p:cNvSpPr>
          <p:nvPr>
            <p:ph type="subTitle" idx="8"/>
          </p:nvPr>
        </p:nvSpPr>
        <p:spPr>
          <a:xfrm>
            <a:off x="3324300" y="1752450"/>
            <a:ext cx="2495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subTitle" idx="9"/>
          </p:nvPr>
        </p:nvSpPr>
        <p:spPr>
          <a:xfrm>
            <a:off x="3324300" y="3467098"/>
            <a:ext cx="2495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subTitle" idx="13"/>
          </p:nvPr>
        </p:nvSpPr>
        <p:spPr>
          <a:xfrm>
            <a:off x="720000" y="3772201"/>
            <a:ext cx="2495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subTitle" idx="14"/>
          </p:nvPr>
        </p:nvSpPr>
        <p:spPr>
          <a:xfrm>
            <a:off x="720000" y="3467098"/>
            <a:ext cx="2495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title" idx="15" hasCustomPrompt="1"/>
          </p:nvPr>
        </p:nvSpPr>
        <p:spPr>
          <a:xfrm rot="3170">
            <a:off x="6854725" y="1260825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6" name="Google Shape;136;p13"/>
          <p:cNvSpPr txBox="1">
            <a:spLocks noGrp="1"/>
          </p:cNvSpPr>
          <p:nvPr>
            <p:ph type="subTitle" idx="16"/>
          </p:nvPr>
        </p:nvSpPr>
        <p:spPr>
          <a:xfrm>
            <a:off x="5932371" y="2057652"/>
            <a:ext cx="2495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3"/>
          <p:cNvSpPr txBox="1">
            <a:spLocks noGrp="1"/>
          </p:cNvSpPr>
          <p:nvPr>
            <p:ph type="title" idx="17" hasCustomPrompt="1"/>
          </p:nvPr>
        </p:nvSpPr>
        <p:spPr>
          <a:xfrm rot="3170">
            <a:off x="6854725" y="2966900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8" name="Google Shape;138;p13"/>
          <p:cNvSpPr txBox="1">
            <a:spLocks noGrp="1"/>
          </p:cNvSpPr>
          <p:nvPr>
            <p:ph type="subTitle" idx="18"/>
          </p:nvPr>
        </p:nvSpPr>
        <p:spPr>
          <a:xfrm>
            <a:off x="5932371" y="3772202"/>
            <a:ext cx="2495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3"/>
          <p:cNvSpPr txBox="1">
            <a:spLocks noGrp="1"/>
          </p:cNvSpPr>
          <p:nvPr>
            <p:ph type="subTitle" idx="19"/>
          </p:nvPr>
        </p:nvSpPr>
        <p:spPr>
          <a:xfrm>
            <a:off x="5931921" y="1752450"/>
            <a:ext cx="24963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subTitle" idx="20"/>
          </p:nvPr>
        </p:nvSpPr>
        <p:spPr>
          <a:xfrm>
            <a:off x="5932371" y="3467100"/>
            <a:ext cx="2495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title" idx="21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42" name="Google Shape;142;p13"/>
          <p:cNvGrpSpPr/>
          <p:nvPr/>
        </p:nvGrpSpPr>
        <p:grpSpPr>
          <a:xfrm>
            <a:off x="-281075" y="-810527"/>
            <a:ext cx="9673450" cy="6223210"/>
            <a:chOff x="-281075" y="-810527"/>
            <a:chExt cx="9673450" cy="6223210"/>
          </a:xfrm>
        </p:grpSpPr>
        <p:sp>
          <p:nvSpPr>
            <p:cNvPr id="143" name="Google Shape;143;p13"/>
            <p:cNvSpPr/>
            <p:nvPr/>
          </p:nvSpPr>
          <p:spPr>
            <a:xfrm rot="5400000">
              <a:off x="5998675" y="-2584657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-281075" y="-3571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-215675" y="-3571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 rot="5400000">
              <a:off x="5998675" y="-2759807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3"/>
            <p:cNvSpPr/>
            <p:nvPr/>
          </p:nvSpPr>
          <p:spPr>
            <a:xfrm rot="-5400000">
              <a:off x="4307765" y="169361"/>
              <a:ext cx="528336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 rot="-5400000">
              <a:off x="4307765" y="307399"/>
              <a:ext cx="528336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8500200" y="2692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8565600" y="2692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4"/>
          <p:cNvSpPr txBox="1">
            <a:spLocks noGrp="1"/>
          </p:cNvSpPr>
          <p:nvPr>
            <p:ph type="title"/>
          </p:nvPr>
        </p:nvSpPr>
        <p:spPr>
          <a:xfrm rot="-1269">
            <a:off x="720000" y="3163974"/>
            <a:ext cx="32505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54" name="Google Shape;154;p14"/>
          <p:cNvSpPr txBox="1">
            <a:spLocks noGrp="1"/>
          </p:cNvSpPr>
          <p:nvPr>
            <p:ph type="subTitle" idx="1"/>
          </p:nvPr>
        </p:nvSpPr>
        <p:spPr>
          <a:xfrm>
            <a:off x="720108" y="1346950"/>
            <a:ext cx="4163100" cy="16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5" name="Google Shape;155;p14"/>
          <p:cNvGrpSpPr/>
          <p:nvPr/>
        </p:nvGrpSpPr>
        <p:grpSpPr>
          <a:xfrm>
            <a:off x="38" y="-473726"/>
            <a:ext cx="9463575" cy="5617176"/>
            <a:chOff x="38" y="-473726"/>
            <a:chExt cx="9463575" cy="5617176"/>
          </a:xfrm>
        </p:grpSpPr>
        <p:sp>
          <p:nvSpPr>
            <p:cNvPr id="156" name="Google Shape;156;p14"/>
            <p:cNvSpPr/>
            <p:nvPr/>
          </p:nvSpPr>
          <p:spPr>
            <a:xfrm rot="5400000">
              <a:off x="3523906" y="-3798955"/>
              <a:ext cx="2050226" cy="9097962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4"/>
            <p:cNvSpPr/>
            <p:nvPr/>
          </p:nvSpPr>
          <p:spPr>
            <a:xfrm rot="5400000">
              <a:off x="3523906" y="-3997594"/>
              <a:ext cx="2050226" cy="9097962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4"/>
            <p:cNvSpPr/>
            <p:nvPr/>
          </p:nvSpPr>
          <p:spPr>
            <a:xfrm rot="10800000">
              <a:off x="6937415" y="-10"/>
              <a:ext cx="2206585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5834875" y="-275075"/>
              <a:ext cx="1492081" cy="5418392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4"/>
            <p:cNvSpPr/>
            <p:nvPr/>
          </p:nvSpPr>
          <p:spPr>
            <a:xfrm>
              <a:off x="5952901" y="-275075"/>
              <a:ext cx="1492081" cy="5418392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4"/>
            <p:cNvSpPr/>
            <p:nvPr/>
          </p:nvSpPr>
          <p:spPr>
            <a:xfrm rot="10800000">
              <a:off x="7257027" y="-10"/>
              <a:ext cx="2206585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65" name="Google Shape;165;p15"/>
          <p:cNvGrpSpPr/>
          <p:nvPr/>
        </p:nvGrpSpPr>
        <p:grpSpPr>
          <a:xfrm>
            <a:off x="-1336473" y="-807155"/>
            <a:ext cx="10772293" cy="7246132"/>
            <a:chOff x="-1336473" y="-807155"/>
            <a:chExt cx="10772293" cy="7246132"/>
          </a:xfrm>
        </p:grpSpPr>
        <p:sp>
          <p:nvSpPr>
            <p:cNvPr id="166" name="Google Shape;166;p15"/>
            <p:cNvSpPr/>
            <p:nvPr/>
          </p:nvSpPr>
          <p:spPr>
            <a:xfrm rot="5400000">
              <a:off x="5949831" y="-2531497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-172175" y="-5822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5"/>
            <p:cNvSpPr/>
            <p:nvPr/>
          </p:nvSpPr>
          <p:spPr>
            <a:xfrm>
              <a:off x="-106775" y="-5822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5"/>
            <p:cNvSpPr/>
            <p:nvPr/>
          </p:nvSpPr>
          <p:spPr>
            <a:xfrm rot="5400000">
              <a:off x="5949831" y="-2756435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5"/>
            <p:cNvSpPr/>
            <p:nvPr/>
          </p:nvSpPr>
          <p:spPr>
            <a:xfrm rot="-4676836">
              <a:off x="733116" y="2501438"/>
              <a:ext cx="1244829" cy="5143539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5"/>
            <p:cNvSpPr/>
            <p:nvPr/>
          </p:nvSpPr>
          <p:spPr>
            <a:xfrm rot="-4676836">
              <a:off x="686139" y="2721415"/>
              <a:ext cx="1244829" cy="5143539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8543645" y="43775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8609045" y="43775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77" name="Google Shape;177;p16"/>
          <p:cNvGrpSpPr/>
          <p:nvPr/>
        </p:nvGrpSpPr>
        <p:grpSpPr>
          <a:xfrm>
            <a:off x="-817348" y="-843883"/>
            <a:ext cx="10317923" cy="5987342"/>
            <a:chOff x="-817348" y="-843883"/>
            <a:chExt cx="10317923" cy="5987342"/>
          </a:xfrm>
        </p:grpSpPr>
        <p:sp>
          <p:nvSpPr>
            <p:cNvPr id="178" name="Google Shape;178;p16"/>
            <p:cNvSpPr/>
            <p:nvPr/>
          </p:nvSpPr>
          <p:spPr>
            <a:xfrm>
              <a:off x="-613573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86084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6"/>
            <p:cNvSpPr/>
            <p:nvPr/>
          </p:nvSpPr>
          <p:spPr>
            <a:xfrm>
              <a:off x="86738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6"/>
            <p:cNvSpPr/>
            <p:nvPr/>
          </p:nvSpPr>
          <p:spPr>
            <a:xfrm>
              <a:off x="-81734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6"/>
            <p:cNvSpPr/>
            <p:nvPr/>
          </p:nvSpPr>
          <p:spPr>
            <a:xfrm rot="5400000">
              <a:off x="5994125" y="-2615937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6"/>
            <p:cNvSpPr/>
            <p:nvPr/>
          </p:nvSpPr>
          <p:spPr>
            <a:xfrm rot="5400000">
              <a:off x="5994125" y="-2793162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2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87" name="Google Shape;187;p17"/>
          <p:cNvGrpSpPr/>
          <p:nvPr/>
        </p:nvGrpSpPr>
        <p:grpSpPr>
          <a:xfrm>
            <a:off x="-222950" y="-847029"/>
            <a:ext cx="10448942" cy="5990529"/>
            <a:chOff x="-222950" y="-847029"/>
            <a:chExt cx="10448942" cy="5990529"/>
          </a:xfrm>
        </p:grpSpPr>
        <p:sp>
          <p:nvSpPr>
            <p:cNvPr id="188" name="Google Shape;188;p17"/>
            <p:cNvSpPr/>
            <p:nvPr/>
          </p:nvSpPr>
          <p:spPr>
            <a:xfrm>
              <a:off x="-222950" y="-147487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7"/>
            <p:cNvSpPr/>
            <p:nvPr/>
          </p:nvSpPr>
          <p:spPr>
            <a:xfrm>
              <a:off x="-157550" y="-147487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0" name="Google Shape;190;p17"/>
            <p:cNvGrpSpPr/>
            <p:nvPr/>
          </p:nvGrpSpPr>
          <p:grpSpPr>
            <a:xfrm>
              <a:off x="0" y="-847029"/>
              <a:ext cx="10225992" cy="5990529"/>
              <a:chOff x="0" y="-847029"/>
              <a:chExt cx="10225992" cy="5990529"/>
            </a:xfrm>
          </p:grpSpPr>
          <p:sp>
            <p:nvSpPr>
              <p:cNvPr id="191" name="Google Shape;191;p17"/>
              <p:cNvSpPr/>
              <p:nvPr/>
            </p:nvSpPr>
            <p:spPr>
              <a:xfrm rot="-5400000">
                <a:off x="4267057" y="170495"/>
                <a:ext cx="609752" cy="9143866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 rot="-5400000">
                <a:off x="4305026" y="304661"/>
                <a:ext cx="533813" cy="9143866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7"/>
              <p:cNvSpPr/>
              <p:nvPr/>
            </p:nvSpPr>
            <p:spPr>
              <a:xfrm rot="-1439422" flipH="1">
                <a:off x="8028546" y="-609258"/>
                <a:ext cx="1454996" cy="3504314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17"/>
              <p:cNvSpPr/>
              <p:nvPr/>
            </p:nvSpPr>
            <p:spPr>
              <a:xfrm rot="-1439387" flipH="1">
                <a:off x="8294890" y="-739433"/>
                <a:ext cx="1273763" cy="3504314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BLANK_1_2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8"/>
          <p:cNvSpPr txBox="1">
            <a:spLocks noGrp="1"/>
          </p:cNvSpPr>
          <p:nvPr>
            <p:ph type="subTitle" idx="1"/>
          </p:nvPr>
        </p:nvSpPr>
        <p:spPr>
          <a:xfrm>
            <a:off x="720000" y="2561563"/>
            <a:ext cx="3457200" cy="7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18"/>
          <p:cNvSpPr txBox="1">
            <a:spLocks noGrp="1"/>
          </p:cNvSpPr>
          <p:nvPr>
            <p:ph type="title"/>
          </p:nvPr>
        </p:nvSpPr>
        <p:spPr>
          <a:xfrm>
            <a:off x="720000" y="1815288"/>
            <a:ext cx="3457200" cy="64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99" name="Google Shape;199;p18"/>
          <p:cNvGrpSpPr/>
          <p:nvPr/>
        </p:nvGrpSpPr>
        <p:grpSpPr>
          <a:xfrm>
            <a:off x="-1003929" y="-375725"/>
            <a:ext cx="10912166" cy="7104105"/>
            <a:chOff x="-1003929" y="-375725"/>
            <a:chExt cx="10912166" cy="7104105"/>
          </a:xfrm>
        </p:grpSpPr>
        <p:sp>
          <p:nvSpPr>
            <p:cNvPr id="200" name="Google Shape;200;p18"/>
            <p:cNvSpPr/>
            <p:nvPr/>
          </p:nvSpPr>
          <p:spPr>
            <a:xfrm rot="10800000">
              <a:off x="8445713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8"/>
            <p:cNvSpPr/>
            <p:nvPr/>
          </p:nvSpPr>
          <p:spPr>
            <a:xfrm>
              <a:off x="-70775" y="-3757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8"/>
            <p:cNvSpPr/>
            <p:nvPr/>
          </p:nvSpPr>
          <p:spPr>
            <a:xfrm>
              <a:off x="-5375" y="-3757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8"/>
            <p:cNvSpPr/>
            <p:nvPr/>
          </p:nvSpPr>
          <p:spPr>
            <a:xfrm rot="10800000">
              <a:off x="866333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8"/>
            <p:cNvSpPr/>
            <p:nvPr/>
          </p:nvSpPr>
          <p:spPr>
            <a:xfrm rot="-4156458">
              <a:off x="1076183" y="2460642"/>
              <a:ext cx="1244919" cy="5143492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8"/>
            <p:cNvSpPr/>
            <p:nvPr/>
          </p:nvSpPr>
          <p:spPr>
            <a:xfrm rot="-4156458">
              <a:off x="999156" y="2664179"/>
              <a:ext cx="1244919" cy="5143492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BLANK_1_2_1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9"/>
          <p:cNvSpPr txBox="1">
            <a:spLocks noGrp="1"/>
          </p:cNvSpPr>
          <p:nvPr>
            <p:ph type="subTitle" idx="1"/>
          </p:nvPr>
        </p:nvSpPr>
        <p:spPr>
          <a:xfrm>
            <a:off x="897100" y="2874875"/>
            <a:ext cx="28203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19"/>
          <p:cNvSpPr txBox="1">
            <a:spLocks noGrp="1"/>
          </p:cNvSpPr>
          <p:nvPr>
            <p:ph type="title"/>
          </p:nvPr>
        </p:nvSpPr>
        <p:spPr>
          <a:xfrm>
            <a:off x="897100" y="1174375"/>
            <a:ext cx="2820300" cy="154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19"/>
          <p:cNvSpPr>
            <a:spLocks noGrp="1"/>
          </p:cNvSpPr>
          <p:nvPr>
            <p:ph type="pic" idx="2"/>
          </p:nvPr>
        </p:nvSpPr>
        <p:spPr>
          <a:xfrm>
            <a:off x="4202288" y="540000"/>
            <a:ext cx="4044600" cy="406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11" name="Google Shape;211;p19"/>
          <p:cNvGrpSpPr/>
          <p:nvPr/>
        </p:nvGrpSpPr>
        <p:grpSpPr>
          <a:xfrm>
            <a:off x="-553600" y="0"/>
            <a:ext cx="1688200" cy="5143460"/>
            <a:chOff x="-553600" y="0"/>
            <a:chExt cx="1688200" cy="5143460"/>
          </a:xfrm>
        </p:grpSpPr>
        <p:sp>
          <p:nvSpPr>
            <p:cNvPr id="212" name="Google Shape;212;p19"/>
            <p:cNvSpPr/>
            <p:nvPr/>
          </p:nvSpPr>
          <p:spPr>
            <a:xfrm>
              <a:off x="-3465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9"/>
            <p:cNvSpPr/>
            <p:nvPr/>
          </p:nvSpPr>
          <p:spPr>
            <a:xfrm>
              <a:off x="2424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9"/>
            <p:cNvSpPr/>
            <p:nvPr/>
          </p:nvSpPr>
          <p:spPr>
            <a:xfrm>
              <a:off x="3078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9"/>
            <p:cNvSpPr/>
            <p:nvPr/>
          </p:nvSpPr>
          <p:spPr>
            <a:xfrm>
              <a:off x="-5536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BODY_1_1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0"/>
          <p:cNvSpPr txBox="1">
            <a:spLocks noGrp="1"/>
          </p:cNvSpPr>
          <p:nvPr>
            <p:ph type="body" idx="1"/>
          </p:nvPr>
        </p:nvSpPr>
        <p:spPr>
          <a:xfrm>
            <a:off x="720000" y="1403100"/>
            <a:ext cx="3802500" cy="24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2"/>
          </p:nvPr>
        </p:nvSpPr>
        <p:spPr>
          <a:xfrm>
            <a:off x="4621500" y="1403100"/>
            <a:ext cx="3802500" cy="18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21" name="Google Shape;221;p20"/>
          <p:cNvGrpSpPr/>
          <p:nvPr/>
        </p:nvGrpSpPr>
        <p:grpSpPr>
          <a:xfrm>
            <a:off x="134" y="-585983"/>
            <a:ext cx="9546314" cy="5729483"/>
            <a:chOff x="134" y="-585983"/>
            <a:chExt cx="9546314" cy="5729483"/>
          </a:xfrm>
        </p:grpSpPr>
        <p:sp>
          <p:nvSpPr>
            <p:cNvPr id="222" name="Google Shape;222;p20"/>
            <p:cNvSpPr/>
            <p:nvPr/>
          </p:nvSpPr>
          <p:spPr>
            <a:xfrm rot="5400000" flipH="1">
              <a:off x="3790706" y="-423008"/>
              <a:ext cx="1562723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0"/>
            <p:cNvSpPr/>
            <p:nvPr/>
          </p:nvSpPr>
          <p:spPr>
            <a:xfrm rot="6426947">
              <a:off x="6553595" y="-2005762"/>
              <a:ext cx="826765" cy="5143406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0"/>
            <p:cNvSpPr/>
            <p:nvPr/>
          </p:nvSpPr>
          <p:spPr>
            <a:xfrm rot="6426947">
              <a:off x="6534346" y="-1943259"/>
              <a:ext cx="826765" cy="5143406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0"/>
            <p:cNvSpPr/>
            <p:nvPr/>
          </p:nvSpPr>
          <p:spPr>
            <a:xfrm rot="5400000" flipH="1">
              <a:off x="3790706" y="-209794"/>
              <a:ext cx="1562723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1"/>
          <p:cNvSpPr txBox="1">
            <a:spLocks noGrp="1"/>
          </p:cNvSpPr>
          <p:nvPr>
            <p:ph type="subTitle" idx="1"/>
          </p:nvPr>
        </p:nvSpPr>
        <p:spPr>
          <a:xfrm>
            <a:off x="1041138" y="3186900"/>
            <a:ext cx="2286300" cy="54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1"/>
          <p:cNvSpPr txBox="1">
            <a:spLocks noGrp="1"/>
          </p:cNvSpPr>
          <p:nvPr>
            <p:ph type="subTitle" idx="2"/>
          </p:nvPr>
        </p:nvSpPr>
        <p:spPr>
          <a:xfrm>
            <a:off x="3428853" y="3186912"/>
            <a:ext cx="2286300" cy="54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21"/>
          <p:cNvSpPr txBox="1">
            <a:spLocks noGrp="1"/>
          </p:cNvSpPr>
          <p:nvPr>
            <p:ph type="subTitle" idx="3"/>
          </p:nvPr>
        </p:nvSpPr>
        <p:spPr>
          <a:xfrm>
            <a:off x="5816562" y="3186922"/>
            <a:ext cx="2286300" cy="54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21"/>
          <p:cNvSpPr txBox="1">
            <a:spLocks noGrp="1"/>
          </p:cNvSpPr>
          <p:nvPr>
            <p:ph type="subTitle" idx="4"/>
          </p:nvPr>
        </p:nvSpPr>
        <p:spPr>
          <a:xfrm>
            <a:off x="1041138" y="2827200"/>
            <a:ext cx="22863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21"/>
          <p:cNvSpPr txBox="1">
            <a:spLocks noGrp="1"/>
          </p:cNvSpPr>
          <p:nvPr>
            <p:ph type="subTitle" idx="5"/>
          </p:nvPr>
        </p:nvSpPr>
        <p:spPr>
          <a:xfrm>
            <a:off x="3428853" y="2827200"/>
            <a:ext cx="22863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21"/>
          <p:cNvSpPr txBox="1">
            <a:spLocks noGrp="1"/>
          </p:cNvSpPr>
          <p:nvPr>
            <p:ph type="subTitle" idx="6"/>
          </p:nvPr>
        </p:nvSpPr>
        <p:spPr>
          <a:xfrm>
            <a:off x="5816562" y="2827200"/>
            <a:ext cx="22863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2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35" name="Google Shape;235;p21"/>
          <p:cNvGrpSpPr/>
          <p:nvPr/>
        </p:nvGrpSpPr>
        <p:grpSpPr>
          <a:xfrm>
            <a:off x="-803075" y="-674775"/>
            <a:ext cx="9947080" cy="5818235"/>
            <a:chOff x="-803075" y="-674775"/>
            <a:chExt cx="9947080" cy="5818235"/>
          </a:xfrm>
        </p:grpSpPr>
        <p:sp>
          <p:nvSpPr>
            <p:cNvPr id="236" name="Google Shape;236;p21"/>
            <p:cNvSpPr/>
            <p:nvPr/>
          </p:nvSpPr>
          <p:spPr>
            <a:xfrm rot="5400000">
              <a:off x="5564687" y="-2793447"/>
              <a:ext cx="1460641" cy="569798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1"/>
            <p:cNvSpPr/>
            <p:nvPr/>
          </p:nvSpPr>
          <p:spPr>
            <a:xfrm>
              <a:off x="-339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1"/>
            <p:cNvSpPr/>
            <p:nvPr/>
          </p:nvSpPr>
          <p:spPr>
            <a:xfrm>
              <a:off x="-8030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1"/>
            <p:cNvSpPr/>
            <p:nvPr/>
          </p:nvSpPr>
          <p:spPr>
            <a:xfrm>
              <a:off x="-762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1"/>
            <p:cNvSpPr/>
            <p:nvPr/>
          </p:nvSpPr>
          <p:spPr>
            <a:xfrm>
              <a:off x="-108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1"/>
            <p:cNvSpPr/>
            <p:nvPr/>
          </p:nvSpPr>
          <p:spPr>
            <a:xfrm rot="5400000">
              <a:off x="5949825" y="-254785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22"/>
          <p:cNvSpPr txBox="1">
            <a:spLocks noGrp="1"/>
          </p:cNvSpPr>
          <p:nvPr>
            <p:ph type="subTitle" idx="1"/>
          </p:nvPr>
        </p:nvSpPr>
        <p:spPr>
          <a:xfrm>
            <a:off x="1939574" y="2041719"/>
            <a:ext cx="24915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22"/>
          <p:cNvSpPr txBox="1">
            <a:spLocks noGrp="1"/>
          </p:cNvSpPr>
          <p:nvPr>
            <p:ph type="subTitle" idx="2"/>
          </p:nvPr>
        </p:nvSpPr>
        <p:spPr>
          <a:xfrm>
            <a:off x="5599868" y="2041722"/>
            <a:ext cx="24915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22"/>
          <p:cNvSpPr txBox="1">
            <a:spLocks noGrp="1"/>
          </p:cNvSpPr>
          <p:nvPr>
            <p:ph type="subTitle" idx="3"/>
          </p:nvPr>
        </p:nvSpPr>
        <p:spPr>
          <a:xfrm>
            <a:off x="1939582" y="3395520"/>
            <a:ext cx="24915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22"/>
          <p:cNvSpPr txBox="1">
            <a:spLocks noGrp="1"/>
          </p:cNvSpPr>
          <p:nvPr>
            <p:ph type="subTitle" idx="4"/>
          </p:nvPr>
        </p:nvSpPr>
        <p:spPr>
          <a:xfrm>
            <a:off x="5599399" y="3395521"/>
            <a:ext cx="24915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22"/>
          <p:cNvSpPr txBox="1">
            <a:spLocks noGrp="1"/>
          </p:cNvSpPr>
          <p:nvPr>
            <p:ph type="subTitle" idx="5"/>
          </p:nvPr>
        </p:nvSpPr>
        <p:spPr>
          <a:xfrm>
            <a:off x="1939574" y="1721718"/>
            <a:ext cx="24915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22"/>
          <p:cNvSpPr txBox="1">
            <a:spLocks noGrp="1"/>
          </p:cNvSpPr>
          <p:nvPr>
            <p:ph type="subTitle" idx="6"/>
          </p:nvPr>
        </p:nvSpPr>
        <p:spPr>
          <a:xfrm>
            <a:off x="1939582" y="3075566"/>
            <a:ext cx="24915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22"/>
          <p:cNvSpPr txBox="1">
            <a:spLocks noGrp="1"/>
          </p:cNvSpPr>
          <p:nvPr>
            <p:ph type="subTitle" idx="7"/>
          </p:nvPr>
        </p:nvSpPr>
        <p:spPr>
          <a:xfrm>
            <a:off x="5599889" y="1721718"/>
            <a:ext cx="24915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22"/>
          <p:cNvSpPr txBox="1">
            <a:spLocks noGrp="1"/>
          </p:cNvSpPr>
          <p:nvPr>
            <p:ph type="subTitle" idx="8"/>
          </p:nvPr>
        </p:nvSpPr>
        <p:spPr>
          <a:xfrm>
            <a:off x="5599420" y="3075567"/>
            <a:ext cx="24915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2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53" name="Google Shape;253;p22"/>
          <p:cNvGrpSpPr/>
          <p:nvPr/>
        </p:nvGrpSpPr>
        <p:grpSpPr>
          <a:xfrm>
            <a:off x="-10" y="-456375"/>
            <a:ext cx="9720685" cy="5599835"/>
            <a:chOff x="-10" y="-456375"/>
            <a:chExt cx="9720685" cy="5599835"/>
          </a:xfrm>
        </p:grpSpPr>
        <p:sp>
          <p:nvSpPr>
            <p:cNvPr id="254" name="Google Shape;254;p22"/>
            <p:cNvSpPr/>
            <p:nvPr/>
          </p:nvSpPr>
          <p:spPr>
            <a:xfrm rot="-5400000" flipH="1">
              <a:off x="4157173" y="-4452089"/>
              <a:ext cx="1244900" cy="9559264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2"/>
            <p:cNvSpPr/>
            <p:nvPr/>
          </p:nvSpPr>
          <p:spPr>
            <a:xfrm rot="-5400000" flipH="1">
              <a:off x="4157173" y="-4613557"/>
              <a:ext cx="1244900" cy="9559264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2"/>
            <p:cNvSpPr/>
            <p:nvPr/>
          </p:nvSpPr>
          <p:spPr>
            <a:xfrm rot="10800000">
              <a:off x="8314307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2"/>
            <p:cNvSpPr/>
            <p:nvPr/>
          </p:nvSpPr>
          <p:spPr>
            <a:xfrm rot="10800000">
              <a:off x="84757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2"/>
            <p:cNvSpPr/>
            <p:nvPr/>
          </p:nvSpPr>
          <p:spPr>
            <a:xfrm>
              <a:off x="852947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2"/>
            <p:cNvSpPr/>
            <p:nvPr/>
          </p:nvSpPr>
          <p:spPr>
            <a:xfrm>
              <a:off x="859487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3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3"/>
          <p:cNvSpPr txBox="1">
            <a:spLocks noGrp="1"/>
          </p:cNvSpPr>
          <p:nvPr>
            <p:ph type="subTitle" idx="1"/>
          </p:nvPr>
        </p:nvSpPr>
        <p:spPr>
          <a:xfrm>
            <a:off x="720000" y="2273525"/>
            <a:ext cx="2305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23"/>
          <p:cNvSpPr txBox="1">
            <a:spLocks noGrp="1"/>
          </p:cNvSpPr>
          <p:nvPr>
            <p:ph type="subTitle" idx="2"/>
          </p:nvPr>
        </p:nvSpPr>
        <p:spPr>
          <a:xfrm>
            <a:off x="3419275" y="2273525"/>
            <a:ext cx="2305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23"/>
          <p:cNvSpPr txBox="1">
            <a:spLocks noGrp="1"/>
          </p:cNvSpPr>
          <p:nvPr>
            <p:ph type="subTitle" idx="3"/>
          </p:nvPr>
        </p:nvSpPr>
        <p:spPr>
          <a:xfrm>
            <a:off x="720000" y="4064250"/>
            <a:ext cx="2305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23"/>
          <p:cNvSpPr txBox="1">
            <a:spLocks noGrp="1"/>
          </p:cNvSpPr>
          <p:nvPr>
            <p:ph type="subTitle" idx="4"/>
          </p:nvPr>
        </p:nvSpPr>
        <p:spPr>
          <a:xfrm>
            <a:off x="3419272" y="4064250"/>
            <a:ext cx="2305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23"/>
          <p:cNvSpPr txBox="1">
            <a:spLocks noGrp="1"/>
          </p:cNvSpPr>
          <p:nvPr>
            <p:ph type="subTitle" idx="5"/>
          </p:nvPr>
        </p:nvSpPr>
        <p:spPr>
          <a:xfrm>
            <a:off x="6118550" y="2273525"/>
            <a:ext cx="2305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23"/>
          <p:cNvSpPr txBox="1">
            <a:spLocks noGrp="1"/>
          </p:cNvSpPr>
          <p:nvPr>
            <p:ph type="subTitle" idx="6"/>
          </p:nvPr>
        </p:nvSpPr>
        <p:spPr>
          <a:xfrm>
            <a:off x="6118550" y="4064250"/>
            <a:ext cx="2305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3"/>
          <p:cNvSpPr txBox="1">
            <a:spLocks noGrp="1"/>
          </p:cNvSpPr>
          <p:nvPr>
            <p:ph type="subTitle" idx="7"/>
          </p:nvPr>
        </p:nvSpPr>
        <p:spPr>
          <a:xfrm>
            <a:off x="720000" y="1959125"/>
            <a:ext cx="2305500" cy="4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23"/>
          <p:cNvSpPr txBox="1">
            <a:spLocks noGrp="1"/>
          </p:cNvSpPr>
          <p:nvPr>
            <p:ph type="subTitle" idx="8"/>
          </p:nvPr>
        </p:nvSpPr>
        <p:spPr>
          <a:xfrm>
            <a:off x="3419275" y="1959125"/>
            <a:ext cx="2305500" cy="4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23"/>
          <p:cNvSpPr txBox="1">
            <a:spLocks noGrp="1"/>
          </p:cNvSpPr>
          <p:nvPr>
            <p:ph type="subTitle" idx="9"/>
          </p:nvPr>
        </p:nvSpPr>
        <p:spPr>
          <a:xfrm>
            <a:off x="6118550" y="1959125"/>
            <a:ext cx="2305500" cy="4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23"/>
          <p:cNvSpPr txBox="1">
            <a:spLocks noGrp="1"/>
          </p:cNvSpPr>
          <p:nvPr>
            <p:ph type="subTitle" idx="13"/>
          </p:nvPr>
        </p:nvSpPr>
        <p:spPr>
          <a:xfrm>
            <a:off x="6118550" y="3749625"/>
            <a:ext cx="2305500" cy="4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23"/>
          <p:cNvSpPr txBox="1">
            <a:spLocks noGrp="1"/>
          </p:cNvSpPr>
          <p:nvPr>
            <p:ph type="subTitle" idx="14"/>
          </p:nvPr>
        </p:nvSpPr>
        <p:spPr>
          <a:xfrm>
            <a:off x="720000" y="3749625"/>
            <a:ext cx="2305500" cy="4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23"/>
          <p:cNvSpPr txBox="1">
            <a:spLocks noGrp="1"/>
          </p:cNvSpPr>
          <p:nvPr>
            <p:ph type="subTitle" idx="15"/>
          </p:nvPr>
        </p:nvSpPr>
        <p:spPr>
          <a:xfrm>
            <a:off x="3419275" y="3749625"/>
            <a:ext cx="2305500" cy="4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2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75" name="Google Shape;275;p23"/>
          <p:cNvGrpSpPr/>
          <p:nvPr/>
        </p:nvGrpSpPr>
        <p:grpSpPr>
          <a:xfrm>
            <a:off x="-181151" y="-605000"/>
            <a:ext cx="9559151" cy="5748503"/>
            <a:chOff x="-181151" y="-605000"/>
            <a:chExt cx="9559151" cy="5748503"/>
          </a:xfrm>
        </p:grpSpPr>
        <p:sp>
          <p:nvSpPr>
            <p:cNvPr id="276" name="Google Shape;276;p23"/>
            <p:cNvSpPr/>
            <p:nvPr/>
          </p:nvSpPr>
          <p:spPr>
            <a:xfrm>
              <a:off x="84858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3"/>
            <p:cNvSpPr/>
            <p:nvPr/>
          </p:nvSpPr>
          <p:spPr>
            <a:xfrm>
              <a:off x="85512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3"/>
            <p:cNvSpPr/>
            <p:nvPr/>
          </p:nvSpPr>
          <p:spPr>
            <a:xfrm rot="5400000">
              <a:off x="3949623" y="-4435459"/>
              <a:ext cx="1244900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3"/>
            <p:cNvSpPr/>
            <p:nvPr/>
          </p:nvSpPr>
          <p:spPr>
            <a:xfrm rot="5400000">
              <a:off x="3949623" y="-4554483"/>
              <a:ext cx="1244900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3"/>
            <p:cNvSpPr/>
            <p:nvPr/>
          </p:nvSpPr>
          <p:spPr>
            <a:xfrm>
              <a:off x="4625" y="-566100"/>
              <a:ext cx="1244900" cy="5709603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3"/>
            <p:cNvSpPr/>
            <p:nvPr/>
          </p:nvSpPr>
          <p:spPr>
            <a:xfrm>
              <a:off x="-181151" y="-566100"/>
              <a:ext cx="1244900" cy="5709603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TITLE_AND_TWO_COLUMNS_1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4"/>
          <p:cNvSpPr txBox="1">
            <a:spLocks noGrp="1"/>
          </p:cNvSpPr>
          <p:nvPr>
            <p:ph type="subTitle" idx="1"/>
          </p:nvPr>
        </p:nvSpPr>
        <p:spPr>
          <a:xfrm>
            <a:off x="812596" y="3625430"/>
            <a:ext cx="2288400" cy="7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24"/>
          <p:cNvSpPr txBox="1">
            <a:spLocks noGrp="1"/>
          </p:cNvSpPr>
          <p:nvPr>
            <p:ph type="title" hasCustomPrompt="1"/>
          </p:nvPr>
        </p:nvSpPr>
        <p:spPr>
          <a:xfrm>
            <a:off x="1261396" y="1547225"/>
            <a:ext cx="13908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86" name="Google Shape;286;p24"/>
          <p:cNvSpPr txBox="1">
            <a:spLocks noGrp="1"/>
          </p:cNvSpPr>
          <p:nvPr>
            <p:ph type="subTitle" idx="2"/>
          </p:nvPr>
        </p:nvSpPr>
        <p:spPr>
          <a:xfrm>
            <a:off x="812596" y="3272755"/>
            <a:ext cx="2288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24"/>
          <p:cNvSpPr txBox="1">
            <a:spLocks noGrp="1"/>
          </p:cNvSpPr>
          <p:nvPr>
            <p:ph type="title" idx="3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24"/>
          <p:cNvSpPr txBox="1">
            <a:spLocks noGrp="1"/>
          </p:cNvSpPr>
          <p:nvPr>
            <p:ph type="subTitle" idx="4"/>
          </p:nvPr>
        </p:nvSpPr>
        <p:spPr>
          <a:xfrm>
            <a:off x="6037833" y="3625430"/>
            <a:ext cx="2288400" cy="7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4"/>
          <p:cNvSpPr txBox="1">
            <a:spLocks noGrp="1"/>
          </p:cNvSpPr>
          <p:nvPr>
            <p:ph type="title" idx="5" hasCustomPrompt="1"/>
          </p:nvPr>
        </p:nvSpPr>
        <p:spPr>
          <a:xfrm>
            <a:off x="6486633" y="1547225"/>
            <a:ext cx="13908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90" name="Google Shape;290;p24"/>
          <p:cNvSpPr txBox="1">
            <a:spLocks noGrp="1"/>
          </p:cNvSpPr>
          <p:nvPr>
            <p:ph type="subTitle" idx="6"/>
          </p:nvPr>
        </p:nvSpPr>
        <p:spPr>
          <a:xfrm>
            <a:off x="6037833" y="3272755"/>
            <a:ext cx="2288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4"/>
          <p:cNvSpPr txBox="1">
            <a:spLocks noGrp="1"/>
          </p:cNvSpPr>
          <p:nvPr>
            <p:ph type="subTitle" idx="7"/>
          </p:nvPr>
        </p:nvSpPr>
        <p:spPr>
          <a:xfrm>
            <a:off x="3427800" y="3625418"/>
            <a:ext cx="2288400" cy="7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24"/>
          <p:cNvSpPr txBox="1">
            <a:spLocks noGrp="1"/>
          </p:cNvSpPr>
          <p:nvPr>
            <p:ph type="title" idx="8" hasCustomPrompt="1"/>
          </p:nvPr>
        </p:nvSpPr>
        <p:spPr>
          <a:xfrm>
            <a:off x="3876600" y="1547225"/>
            <a:ext cx="13908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93" name="Google Shape;293;p24"/>
          <p:cNvSpPr txBox="1">
            <a:spLocks noGrp="1"/>
          </p:cNvSpPr>
          <p:nvPr>
            <p:ph type="subTitle" idx="9"/>
          </p:nvPr>
        </p:nvSpPr>
        <p:spPr>
          <a:xfrm>
            <a:off x="3427800" y="3272743"/>
            <a:ext cx="2288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94" name="Google Shape;294;p24"/>
          <p:cNvGrpSpPr/>
          <p:nvPr/>
        </p:nvGrpSpPr>
        <p:grpSpPr>
          <a:xfrm>
            <a:off x="-593262" y="-556475"/>
            <a:ext cx="9813462" cy="5699932"/>
            <a:chOff x="-593262" y="-556475"/>
            <a:chExt cx="9813462" cy="5699932"/>
          </a:xfrm>
        </p:grpSpPr>
        <p:sp>
          <p:nvSpPr>
            <p:cNvPr id="295" name="Google Shape;295;p24"/>
            <p:cNvSpPr/>
            <p:nvPr/>
          </p:nvSpPr>
          <p:spPr>
            <a:xfrm>
              <a:off x="-7957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4"/>
            <p:cNvSpPr/>
            <p:nvPr/>
          </p:nvSpPr>
          <p:spPr>
            <a:xfrm>
              <a:off x="-1417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4"/>
            <p:cNvSpPr/>
            <p:nvPr/>
          </p:nvSpPr>
          <p:spPr>
            <a:xfrm rot="10800000" flipH="1">
              <a:off x="-440933" y="-50"/>
              <a:ext cx="101011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4"/>
            <p:cNvSpPr/>
            <p:nvPr/>
          </p:nvSpPr>
          <p:spPr>
            <a:xfrm rot="-5400000" flipH="1">
              <a:off x="3949620" y="-4385790"/>
              <a:ext cx="1244900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4"/>
            <p:cNvSpPr/>
            <p:nvPr/>
          </p:nvSpPr>
          <p:spPr>
            <a:xfrm rot="-5400000" flipH="1">
              <a:off x="3949620" y="-4505958"/>
              <a:ext cx="1244900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4"/>
            <p:cNvSpPr/>
            <p:nvPr/>
          </p:nvSpPr>
          <p:spPr>
            <a:xfrm flipH="1">
              <a:off x="8036385" y="-50"/>
              <a:ext cx="101011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4"/>
            <p:cNvSpPr/>
            <p:nvPr/>
          </p:nvSpPr>
          <p:spPr>
            <a:xfrm flipH="1">
              <a:off x="8210088" y="-50"/>
              <a:ext cx="101011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4"/>
            <p:cNvSpPr/>
            <p:nvPr/>
          </p:nvSpPr>
          <p:spPr>
            <a:xfrm rot="10800000" flipH="1">
              <a:off x="-593262" y="-50"/>
              <a:ext cx="101011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5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5"/>
          <p:cNvSpPr txBox="1">
            <a:spLocks noGrp="1"/>
          </p:cNvSpPr>
          <p:nvPr>
            <p:ph type="ctrTitle"/>
          </p:nvPr>
        </p:nvSpPr>
        <p:spPr>
          <a:xfrm>
            <a:off x="2769100" y="863575"/>
            <a:ext cx="3605700" cy="10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306" name="Google Shape;306;p25"/>
          <p:cNvSpPr txBox="1">
            <a:spLocks noGrp="1"/>
          </p:cNvSpPr>
          <p:nvPr>
            <p:ph type="subTitle" idx="1"/>
          </p:nvPr>
        </p:nvSpPr>
        <p:spPr>
          <a:xfrm>
            <a:off x="2896500" y="1807670"/>
            <a:ext cx="3351000" cy="112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25"/>
          <p:cNvSpPr txBox="1">
            <a:spLocks noGrp="1"/>
          </p:cNvSpPr>
          <p:nvPr>
            <p:ph type="subTitle" idx="2"/>
          </p:nvPr>
        </p:nvSpPr>
        <p:spPr>
          <a:xfrm rot="-1231">
            <a:off x="2896500" y="3841325"/>
            <a:ext cx="3351000" cy="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08" name="Google Shape;308;p25"/>
          <p:cNvGrpSpPr/>
          <p:nvPr/>
        </p:nvGrpSpPr>
        <p:grpSpPr>
          <a:xfrm>
            <a:off x="128" y="-156852"/>
            <a:ext cx="9143866" cy="5636344"/>
            <a:chOff x="128" y="-156852"/>
            <a:chExt cx="9143866" cy="5636344"/>
          </a:xfrm>
        </p:grpSpPr>
        <p:sp>
          <p:nvSpPr>
            <p:cNvPr id="309" name="Google Shape;309;p25"/>
            <p:cNvSpPr/>
            <p:nvPr/>
          </p:nvSpPr>
          <p:spPr>
            <a:xfrm rot="5400000">
              <a:off x="4113627" y="-3998400"/>
              <a:ext cx="916869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5"/>
            <p:cNvSpPr/>
            <p:nvPr/>
          </p:nvSpPr>
          <p:spPr>
            <a:xfrm rot="5400000">
              <a:off x="4113627" y="-4270350"/>
              <a:ext cx="916869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5"/>
            <p:cNvSpPr/>
            <p:nvPr/>
          </p:nvSpPr>
          <p:spPr>
            <a:xfrm rot="5400000" flipH="1">
              <a:off x="4113627" y="263875"/>
              <a:ext cx="916869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5"/>
            <p:cNvSpPr/>
            <p:nvPr/>
          </p:nvSpPr>
          <p:spPr>
            <a:xfrm rot="5400000" flipH="1">
              <a:off x="4113627" y="449125"/>
              <a:ext cx="916869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5"/>
            <p:cNvSpPr/>
            <p:nvPr/>
          </p:nvSpPr>
          <p:spPr>
            <a:xfrm>
              <a:off x="7827625" y="0"/>
              <a:ext cx="826775" cy="5294118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5"/>
            <p:cNvSpPr/>
            <p:nvPr/>
          </p:nvSpPr>
          <p:spPr>
            <a:xfrm>
              <a:off x="7893025" y="0"/>
              <a:ext cx="826775" cy="5294118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5"/>
            <p:cNvSpPr/>
            <p:nvPr/>
          </p:nvSpPr>
          <p:spPr>
            <a:xfrm flipH="1">
              <a:off x="533725" y="0"/>
              <a:ext cx="826775" cy="5294118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5"/>
            <p:cNvSpPr/>
            <p:nvPr/>
          </p:nvSpPr>
          <p:spPr>
            <a:xfrm flipH="1">
              <a:off x="468325" y="0"/>
              <a:ext cx="826775" cy="5294118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7" name="Google Shape;317;p25"/>
          <p:cNvSpPr txBox="1"/>
          <p:nvPr/>
        </p:nvSpPr>
        <p:spPr>
          <a:xfrm>
            <a:off x="2896500" y="2927153"/>
            <a:ext cx="3351000" cy="7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This presentation template was created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and includes icons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and infographics &amp; images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2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6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AND_BODY_1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7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2" name="Google Shape;322;p27"/>
          <p:cNvGrpSpPr/>
          <p:nvPr/>
        </p:nvGrpSpPr>
        <p:grpSpPr>
          <a:xfrm>
            <a:off x="-622550" y="0"/>
            <a:ext cx="10338825" cy="5143460"/>
            <a:chOff x="-622550" y="0"/>
            <a:chExt cx="10338825" cy="5143460"/>
          </a:xfrm>
        </p:grpSpPr>
        <p:sp>
          <p:nvSpPr>
            <p:cNvPr id="323" name="Google Shape;323;p27"/>
            <p:cNvSpPr/>
            <p:nvPr/>
          </p:nvSpPr>
          <p:spPr>
            <a:xfrm rot="10800000" flipH="1">
              <a:off x="-513887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7"/>
            <p:cNvSpPr/>
            <p:nvPr/>
          </p:nvSpPr>
          <p:spPr>
            <a:xfrm rot="10800000">
              <a:off x="835143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7"/>
            <p:cNvSpPr/>
            <p:nvPr/>
          </p:nvSpPr>
          <p:spPr>
            <a:xfrm rot="10800000">
              <a:off x="84713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7"/>
            <p:cNvSpPr/>
            <p:nvPr/>
          </p:nvSpPr>
          <p:spPr>
            <a:xfrm rot="10800000" flipH="1">
              <a:off x="-62255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TITLE_ONLY_2"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8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9" name="Google Shape;329;p28"/>
          <p:cNvGrpSpPr/>
          <p:nvPr/>
        </p:nvGrpSpPr>
        <p:grpSpPr>
          <a:xfrm>
            <a:off x="-277700" y="0"/>
            <a:ext cx="9421707" cy="5143460"/>
            <a:chOff x="-277700" y="0"/>
            <a:chExt cx="9421707" cy="5143460"/>
          </a:xfrm>
        </p:grpSpPr>
        <p:sp>
          <p:nvSpPr>
            <p:cNvPr id="330" name="Google Shape;330;p28"/>
            <p:cNvSpPr/>
            <p:nvPr/>
          </p:nvSpPr>
          <p:spPr>
            <a:xfrm flipH="1">
              <a:off x="8236400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8"/>
            <p:cNvSpPr/>
            <p:nvPr/>
          </p:nvSpPr>
          <p:spPr>
            <a:xfrm flipH="1">
              <a:off x="8380386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8"/>
            <p:cNvSpPr/>
            <p:nvPr/>
          </p:nvSpPr>
          <p:spPr>
            <a:xfrm rot="10800000" flipH="1">
              <a:off x="-133714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8"/>
            <p:cNvSpPr/>
            <p:nvPr/>
          </p:nvSpPr>
          <p:spPr>
            <a:xfrm rot="10800000" flipH="1">
              <a:off x="-277700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TITLE_ONLY_1_1_1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9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6" name="Google Shape;336;p29"/>
          <p:cNvGrpSpPr/>
          <p:nvPr/>
        </p:nvGrpSpPr>
        <p:grpSpPr>
          <a:xfrm>
            <a:off x="-817348" y="-843883"/>
            <a:ext cx="10317923" cy="5987342"/>
            <a:chOff x="-817348" y="-843883"/>
            <a:chExt cx="10317923" cy="5987342"/>
          </a:xfrm>
        </p:grpSpPr>
        <p:sp>
          <p:nvSpPr>
            <p:cNvPr id="337" name="Google Shape;337;p29"/>
            <p:cNvSpPr/>
            <p:nvPr/>
          </p:nvSpPr>
          <p:spPr>
            <a:xfrm>
              <a:off x="-613573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9"/>
            <p:cNvSpPr/>
            <p:nvPr/>
          </p:nvSpPr>
          <p:spPr>
            <a:xfrm>
              <a:off x="86084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9"/>
            <p:cNvSpPr/>
            <p:nvPr/>
          </p:nvSpPr>
          <p:spPr>
            <a:xfrm>
              <a:off x="86738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9"/>
            <p:cNvSpPr/>
            <p:nvPr/>
          </p:nvSpPr>
          <p:spPr>
            <a:xfrm>
              <a:off x="-81734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9"/>
            <p:cNvSpPr/>
            <p:nvPr/>
          </p:nvSpPr>
          <p:spPr>
            <a:xfrm rot="5400000">
              <a:off x="5994125" y="-2615937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9"/>
            <p:cNvSpPr/>
            <p:nvPr/>
          </p:nvSpPr>
          <p:spPr>
            <a:xfrm rot="5400000">
              <a:off x="5994125" y="-2793162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1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1"/>
          <p:cNvSpPr txBox="1">
            <a:spLocks noGrp="1"/>
          </p:cNvSpPr>
          <p:nvPr>
            <p:ph type="title"/>
          </p:nvPr>
        </p:nvSpPr>
        <p:spPr>
          <a:xfrm>
            <a:off x="1427925" y="1425538"/>
            <a:ext cx="62883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49" name="Google Shape;349;p31"/>
          <p:cNvSpPr txBox="1">
            <a:spLocks noGrp="1"/>
          </p:cNvSpPr>
          <p:nvPr>
            <p:ph type="subTitle" idx="1"/>
          </p:nvPr>
        </p:nvSpPr>
        <p:spPr>
          <a:xfrm>
            <a:off x="1823199" y="2619663"/>
            <a:ext cx="5497500" cy="11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50" name="Google Shape;350;p31"/>
          <p:cNvGrpSpPr/>
          <p:nvPr/>
        </p:nvGrpSpPr>
        <p:grpSpPr>
          <a:xfrm>
            <a:off x="-264725" y="0"/>
            <a:ext cx="9409900" cy="5143460"/>
            <a:chOff x="-264725" y="0"/>
            <a:chExt cx="9409900" cy="5143460"/>
          </a:xfrm>
        </p:grpSpPr>
        <p:sp>
          <p:nvSpPr>
            <p:cNvPr id="351" name="Google Shape;351;p31"/>
            <p:cNvSpPr/>
            <p:nvPr/>
          </p:nvSpPr>
          <p:spPr>
            <a:xfrm rot="5400000">
              <a:off x="4158689" y="-3625742"/>
              <a:ext cx="826775" cy="8852660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31"/>
            <p:cNvSpPr/>
            <p:nvPr/>
          </p:nvSpPr>
          <p:spPr>
            <a:xfrm rot="5400000">
              <a:off x="4158689" y="-3560342"/>
              <a:ext cx="826775" cy="8852660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31"/>
            <p:cNvSpPr/>
            <p:nvPr/>
          </p:nvSpPr>
          <p:spPr>
            <a:xfrm>
              <a:off x="-41841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31"/>
            <p:cNvSpPr/>
            <p:nvPr/>
          </p:nvSpPr>
          <p:spPr>
            <a:xfrm>
              <a:off x="-26472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31"/>
            <p:cNvSpPr/>
            <p:nvPr/>
          </p:nvSpPr>
          <p:spPr>
            <a:xfrm rot="10800000">
              <a:off x="7688434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31"/>
            <p:cNvSpPr/>
            <p:nvPr/>
          </p:nvSpPr>
          <p:spPr>
            <a:xfrm rot="10800000">
              <a:off x="79002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oogle Shape;358;p32"/>
          <p:cNvGrpSpPr/>
          <p:nvPr/>
        </p:nvGrpSpPr>
        <p:grpSpPr>
          <a:xfrm>
            <a:off x="-553550" y="-96"/>
            <a:ext cx="9697700" cy="5143556"/>
            <a:chOff x="-553550" y="-96"/>
            <a:chExt cx="9697700" cy="5143556"/>
          </a:xfrm>
        </p:grpSpPr>
        <p:sp>
          <p:nvSpPr>
            <p:cNvPr id="359" name="Google Shape;359;p32"/>
            <p:cNvSpPr/>
            <p:nvPr/>
          </p:nvSpPr>
          <p:spPr>
            <a:xfrm>
              <a:off x="220150" y="202988"/>
              <a:ext cx="8703853" cy="4737517"/>
            </a:xfrm>
            <a:custGeom>
              <a:avLst/>
              <a:gdLst/>
              <a:ahLst/>
              <a:cxnLst/>
              <a:rect l="l" t="t" r="r" b="b"/>
              <a:pathLst>
                <a:path w="165135" h="98894" extrusionOk="0">
                  <a:moveTo>
                    <a:pt x="164349" y="785"/>
                  </a:moveTo>
                  <a:lnTo>
                    <a:pt x="164349" y="98108"/>
                  </a:lnTo>
                  <a:lnTo>
                    <a:pt x="786" y="98108"/>
                  </a:lnTo>
                  <a:lnTo>
                    <a:pt x="786" y="785"/>
                  </a:lnTo>
                  <a:close/>
                  <a:moveTo>
                    <a:pt x="0" y="1"/>
                  </a:moveTo>
                  <a:lnTo>
                    <a:pt x="0" y="98893"/>
                  </a:lnTo>
                  <a:lnTo>
                    <a:pt x="165135" y="98893"/>
                  </a:lnTo>
                  <a:lnTo>
                    <a:pt x="165135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32"/>
            <p:cNvSpPr/>
            <p:nvPr/>
          </p:nvSpPr>
          <p:spPr>
            <a:xfrm>
              <a:off x="947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32"/>
            <p:cNvSpPr/>
            <p:nvPr/>
          </p:nvSpPr>
          <p:spPr>
            <a:xfrm rot="10800000">
              <a:off x="7804321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32"/>
            <p:cNvSpPr/>
            <p:nvPr/>
          </p:nvSpPr>
          <p:spPr>
            <a:xfrm rot="10800000">
              <a:off x="789925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32"/>
            <p:cNvSpPr/>
            <p:nvPr/>
          </p:nvSpPr>
          <p:spPr>
            <a:xfrm>
              <a:off x="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4" name="Google Shape;364;p32"/>
            <p:cNvGrpSpPr/>
            <p:nvPr/>
          </p:nvGrpSpPr>
          <p:grpSpPr>
            <a:xfrm>
              <a:off x="7899238" y="-96"/>
              <a:ext cx="892175" cy="5143457"/>
              <a:chOff x="-5506175" y="3090925"/>
              <a:chExt cx="892175" cy="2837300"/>
            </a:xfrm>
          </p:grpSpPr>
          <p:sp>
            <p:nvSpPr>
              <p:cNvPr id="365" name="Google Shape;365;p32"/>
              <p:cNvSpPr/>
              <p:nvPr/>
            </p:nvSpPr>
            <p:spPr>
              <a:xfrm>
                <a:off x="-5506175" y="3090925"/>
                <a:ext cx="826775" cy="2837300"/>
              </a:xfrm>
              <a:custGeom>
                <a:avLst/>
                <a:gdLst/>
                <a:ahLst/>
                <a:cxnLst/>
                <a:rect l="l" t="t" r="r" b="b"/>
                <a:pathLst>
                  <a:path w="33071" h="113492" extrusionOk="0">
                    <a:moveTo>
                      <a:pt x="31762" y="0"/>
                    </a:moveTo>
                    <a:lnTo>
                      <a:pt x="31248" y="104"/>
                    </a:lnTo>
                    <a:cubicBezTo>
                      <a:pt x="32539" y="6528"/>
                      <a:pt x="31701" y="14028"/>
                      <a:pt x="28823" y="21792"/>
                    </a:cubicBezTo>
                    <a:cubicBezTo>
                      <a:pt x="25930" y="29591"/>
                      <a:pt x="21272" y="36651"/>
                      <a:pt x="16764" y="43481"/>
                    </a:cubicBezTo>
                    <a:lnTo>
                      <a:pt x="15934" y="44740"/>
                    </a:lnTo>
                    <a:cubicBezTo>
                      <a:pt x="11207" y="51911"/>
                      <a:pt x="6364" y="59625"/>
                      <a:pt x="3615" y="68158"/>
                    </a:cubicBezTo>
                    <a:cubicBezTo>
                      <a:pt x="1007" y="76264"/>
                      <a:pt x="1" y="84761"/>
                      <a:pt x="623" y="93408"/>
                    </a:cubicBezTo>
                    <a:cubicBezTo>
                      <a:pt x="1123" y="100370"/>
                      <a:pt x="2690" y="107127"/>
                      <a:pt x="5278" y="113492"/>
                    </a:cubicBezTo>
                    <a:lnTo>
                      <a:pt x="5761" y="113293"/>
                    </a:lnTo>
                    <a:cubicBezTo>
                      <a:pt x="3193" y="106980"/>
                      <a:pt x="1641" y="100277"/>
                      <a:pt x="1145" y="93368"/>
                    </a:cubicBezTo>
                    <a:cubicBezTo>
                      <a:pt x="528" y="84789"/>
                      <a:pt x="1525" y="76360"/>
                      <a:pt x="4111" y="68320"/>
                    </a:cubicBezTo>
                    <a:cubicBezTo>
                      <a:pt x="6840" y="59849"/>
                      <a:pt x="11662" y="52167"/>
                      <a:pt x="16369" y="45027"/>
                    </a:cubicBezTo>
                    <a:lnTo>
                      <a:pt x="17201" y="43767"/>
                    </a:lnTo>
                    <a:cubicBezTo>
                      <a:pt x="21724" y="36913"/>
                      <a:pt x="26398" y="29829"/>
                      <a:pt x="29312" y="21973"/>
                    </a:cubicBezTo>
                    <a:cubicBezTo>
                      <a:pt x="32224" y="14119"/>
                      <a:pt x="33070" y="6521"/>
                      <a:pt x="3176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32"/>
              <p:cNvSpPr/>
              <p:nvPr/>
            </p:nvSpPr>
            <p:spPr>
              <a:xfrm>
                <a:off x="-5440775" y="3090925"/>
                <a:ext cx="826775" cy="2837300"/>
              </a:xfrm>
              <a:custGeom>
                <a:avLst/>
                <a:gdLst/>
                <a:ahLst/>
                <a:cxnLst/>
                <a:rect l="l" t="t" r="r" b="b"/>
                <a:pathLst>
                  <a:path w="33071" h="113492" extrusionOk="0">
                    <a:moveTo>
                      <a:pt x="31761" y="0"/>
                    </a:moveTo>
                    <a:lnTo>
                      <a:pt x="31248" y="104"/>
                    </a:lnTo>
                    <a:cubicBezTo>
                      <a:pt x="32538" y="6528"/>
                      <a:pt x="31700" y="14028"/>
                      <a:pt x="28822" y="21792"/>
                    </a:cubicBezTo>
                    <a:cubicBezTo>
                      <a:pt x="25930" y="29591"/>
                      <a:pt x="21271" y="36651"/>
                      <a:pt x="16764" y="43481"/>
                    </a:cubicBezTo>
                    <a:lnTo>
                      <a:pt x="15933" y="44740"/>
                    </a:lnTo>
                    <a:cubicBezTo>
                      <a:pt x="11207" y="51911"/>
                      <a:pt x="6363" y="59625"/>
                      <a:pt x="3614" y="68158"/>
                    </a:cubicBezTo>
                    <a:cubicBezTo>
                      <a:pt x="1007" y="76264"/>
                      <a:pt x="0" y="84761"/>
                      <a:pt x="623" y="93408"/>
                    </a:cubicBezTo>
                    <a:cubicBezTo>
                      <a:pt x="1123" y="100370"/>
                      <a:pt x="2690" y="107127"/>
                      <a:pt x="5277" y="113492"/>
                    </a:cubicBezTo>
                    <a:lnTo>
                      <a:pt x="5761" y="113295"/>
                    </a:lnTo>
                    <a:cubicBezTo>
                      <a:pt x="3193" y="106983"/>
                      <a:pt x="1641" y="100278"/>
                      <a:pt x="1145" y="93369"/>
                    </a:cubicBezTo>
                    <a:cubicBezTo>
                      <a:pt x="525" y="84789"/>
                      <a:pt x="1525" y="76362"/>
                      <a:pt x="4111" y="68320"/>
                    </a:cubicBezTo>
                    <a:cubicBezTo>
                      <a:pt x="6840" y="59849"/>
                      <a:pt x="11662" y="52167"/>
                      <a:pt x="16369" y="45027"/>
                    </a:cubicBezTo>
                    <a:lnTo>
                      <a:pt x="17201" y="43767"/>
                    </a:lnTo>
                    <a:cubicBezTo>
                      <a:pt x="21724" y="36913"/>
                      <a:pt x="26398" y="29829"/>
                      <a:pt x="29312" y="21973"/>
                    </a:cubicBezTo>
                    <a:cubicBezTo>
                      <a:pt x="32224" y="14119"/>
                      <a:pt x="33070" y="6521"/>
                      <a:pt x="3176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7" name="Google Shape;367;p32"/>
            <p:cNvSpPr/>
            <p:nvPr/>
          </p:nvSpPr>
          <p:spPr>
            <a:xfrm>
              <a:off x="-55355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8" name="Google Shape;368;p32"/>
          <p:cNvSpPr txBox="1">
            <a:spLocks noGrp="1"/>
          </p:cNvSpPr>
          <p:nvPr>
            <p:ph type="subTitle" idx="1"/>
          </p:nvPr>
        </p:nvSpPr>
        <p:spPr>
          <a:xfrm rot="-572">
            <a:off x="2767875" y="3652707"/>
            <a:ext cx="36084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69" name="Google Shape;369;p32"/>
          <p:cNvSpPr txBox="1">
            <a:spLocks noGrp="1"/>
          </p:cNvSpPr>
          <p:nvPr>
            <p:ph type="ctrTitle"/>
          </p:nvPr>
        </p:nvSpPr>
        <p:spPr>
          <a:xfrm>
            <a:off x="1151850" y="1021216"/>
            <a:ext cx="6782400" cy="24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3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3"/>
          <p:cNvSpPr txBox="1">
            <a:spLocks noGrp="1"/>
          </p:cNvSpPr>
          <p:nvPr>
            <p:ph type="title"/>
          </p:nvPr>
        </p:nvSpPr>
        <p:spPr>
          <a:xfrm>
            <a:off x="2713250" y="1089763"/>
            <a:ext cx="1127100" cy="10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7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373" name="Google Shape;373;p33"/>
          <p:cNvSpPr txBox="1">
            <a:spLocks noGrp="1"/>
          </p:cNvSpPr>
          <p:nvPr>
            <p:ph type="subTitle" idx="1"/>
          </p:nvPr>
        </p:nvSpPr>
        <p:spPr>
          <a:xfrm rot="263">
            <a:off x="1314500" y="3590096"/>
            <a:ext cx="3924600" cy="4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33"/>
          <p:cNvSpPr txBox="1">
            <a:spLocks noGrp="1"/>
          </p:cNvSpPr>
          <p:nvPr>
            <p:ph type="title" idx="2"/>
          </p:nvPr>
        </p:nvSpPr>
        <p:spPr>
          <a:xfrm>
            <a:off x="1314500" y="2445065"/>
            <a:ext cx="3924600" cy="9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375" name="Google Shape;375;p33"/>
          <p:cNvGrpSpPr/>
          <p:nvPr/>
        </p:nvGrpSpPr>
        <p:grpSpPr>
          <a:xfrm>
            <a:off x="0" y="-886755"/>
            <a:ext cx="9139375" cy="6030212"/>
            <a:chOff x="0" y="-886755"/>
            <a:chExt cx="9139375" cy="6030212"/>
          </a:xfrm>
        </p:grpSpPr>
        <p:sp>
          <p:nvSpPr>
            <p:cNvPr id="376" name="Google Shape;376;p33"/>
            <p:cNvSpPr/>
            <p:nvPr/>
          </p:nvSpPr>
          <p:spPr>
            <a:xfrm rot="-5400000" flipH="1">
              <a:off x="1801635" y="-2517072"/>
              <a:ext cx="154019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7" name="Google Shape;377;p33"/>
            <p:cNvGrpSpPr/>
            <p:nvPr/>
          </p:nvGrpSpPr>
          <p:grpSpPr>
            <a:xfrm>
              <a:off x="6341825" y="-10"/>
              <a:ext cx="2797550" cy="5143467"/>
              <a:chOff x="6341825" y="-10"/>
              <a:chExt cx="2797550" cy="5143467"/>
            </a:xfrm>
          </p:grpSpPr>
          <p:sp>
            <p:nvSpPr>
              <p:cNvPr id="378" name="Google Shape;378;p33"/>
              <p:cNvSpPr/>
              <p:nvPr/>
            </p:nvSpPr>
            <p:spPr>
              <a:xfrm rot="10800000">
                <a:off x="6373623" y="-10"/>
                <a:ext cx="2188410" cy="5143460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33"/>
              <p:cNvSpPr/>
              <p:nvPr/>
            </p:nvSpPr>
            <p:spPr>
              <a:xfrm>
                <a:off x="6341825" y="0"/>
                <a:ext cx="1594188" cy="5143457"/>
              </a:xfrm>
              <a:custGeom>
                <a:avLst/>
                <a:gdLst/>
                <a:ahLst/>
                <a:cxnLst/>
                <a:rect l="l" t="t" r="r" b="b"/>
                <a:pathLst>
                  <a:path w="33071" h="113492" extrusionOk="0">
                    <a:moveTo>
                      <a:pt x="31762" y="0"/>
                    </a:moveTo>
                    <a:lnTo>
                      <a:pt x="31248" y="104"/>
                    </a:lnTo>
                    <a:cubicBezTo>
                      <a:pt x="32539" y="6528"/>
                      <a:pt x="31701" y="14028"/>
                      <a:pt x="28823" y="21792"/>
                    </a:cubicBezTo>
                    <a:cubicBezTo>
                      <a:pt x="25930" y="29591"/>
                      <a:pt x="21272" y="36651"/>
                      <a:pt x="16764" y="43481"/>
                    </a:cubicBezTo>
                    <a:lnTo>
                      <a:pt x="15934" y="44740"/>
                    </a:lnTo>
                    <a:cubicBezTo>
                      <a:pt x="11207" y="51911"/>
                      <a:pt x="6364" y="59625"/>
                      <a:pt x="3615" y="68158"/>
                    </a:cubicBezTo>
                    <a:cubicBezTo>
                      <a:pt x="1007" y="76264"/>
                      <a:pt x="1" y="84761"/>
                      <a:pt x="623" y="93408"/>
                    </a:cubicBezTo>
                    <a:cubicBezTo>
                      <a:pt x="1123" y="100370"/>
                      <a:pt x="2690" y="107127"/>
                      <a:pt x="5278" y="113492"/>
                    </a:cubicBezTo>
                    <a:lnTo>
                      <a:pt x="5761" y="113293"/>
                    </a:lnTo>
                    <a:cubicBezTo>
                      <a:pt x="3193" y="106980"/>
                      <a:pt x="1641" y="100277"/>
                      <a:pt x="1145" y="93368"/>
                    </a:cubicBezTo>
                    <a:cubicBezTo>
                      <a:pt x="528" y="84789"/>
                      <a:pt x="1525" y="76360"/>
                      <a:pt x="4111" y="68320"/>
                    </a:cubicBezTo>
                    <a:cubicBezTo>
                      <a:pt x="6840" y="59849"/>
                      <a:pt x="11662" y="52167"/>
                      <a:pt x="16369" y="45027"/>
                    </a:cubicBezTo>
                    <a:lnTo>
                      <a:pt x="17201" y="43767"/>
                    </a:lnTo>
                    <a:cubicBezTo>
                      <a:pt x="21724" y="36913"/>
                      <a:pt x="26398" y="29829"/>
                      <a:pt x="29312" y="21973"/>
                    </a:cubicBezTo>
                    <a:cubicBezTo>
                      <a:pt x="32224" y="14119"/>
                      <a:pt x="33070" y="6521"/>
                      <a:pt x="3176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33"/>
              <p:cNvSpPr/>
              <p:nvPr/>
            </p:nvSpPr>
            <p:spPr>
              <a:xfrm>
                <a:off x="6467927" y="0"/>
                <a:ext cx="1594188" cy="5143457"/>
              </a:xfrm>
              <a:custGeom>
                <a:avLst/>
                <a:gdLst/>
                <a:ahLst/>
                <a:cxnLst/>
                <a:rect l="l" t="t" r="r" b="b"/>
                <a:pathLst>
                  <a:path w="33071" h="113492" extrusionOk="0">
                    <a:moveTo>
                      <a:pt x="31761" y="0"/>
                    </a:moveTo>
                    <a:lnTo>
                      <a:pt x="31248" y="104"/>
                    </a:lnTo>
                    <a:cubicBezTo>
                      <a:pt x="32538" y="6528"/>
                      <a:pt x="31700" y="14028"/>
                      <a:pt x="28822" y="21792"/>
                    </a:cubicBezTo>
                    <a:cubicBezTo>
                      <a:pt x="25930" y="29591"/>
                      <a:pt x="21271" y="36651"/>
                      <a:pt x="16764" y="43481"/>
                    </a:cubicBezTo>
                    <a:lnTo>
                      <a:pt x="15933" y="44740"/>
                    </a:lnTo>
                    <a:cubicBezTo>
                      <a:pt x="11207" y="51911"/>
                      <a:pt x="6363" y="59625"/>
                      <a:pt x="3614" y="68158"/>
                    </a:cubicBezTo>
                    <a:cubicBezTo>
                      <a:pt x="1007" y="76264"/>
                      <a:pt x="0" y="84761"/>
                      <a:pt x="623" y="93408"/>
                    </a:cubicBezTo>
                    <a:cubicBezTo>
                      <a:pt x="1123" y="100370"/>
                      <a:pt x="2690" y="107127"/>
                      <a:pt x="5277" y="113492"/>
                    </a:cubicBezTo>
                    <a:lnTo>
                      <a:pt x="5761" y="113295"/>
                    </a:lnTo>
                    <a:cubicBezTo>
                      <a:pt x="3193" y="106983"/>
                      <a:pt x="1641" y="100278"/>
                      <a:pt x="1145" y="93369"/>
                    </a:cubicBezTo>
                    <a:cubicBezTo>
                      <a:pt x="525" y="84789"/>
                      <a:pt x="1525" y="76362"/>
                      <a:pt x="4111" y="68320"/>
                    </a:cubicBezTo>
                    <a:cubicBezTo>
                      <a:pt x="6840" y="59849"/>
                      <a:pt x="11662" y="52167"/>
                      <a:pt x="16369" y="45027"/>
                    </a:cubicBezTo>
                    <a:lnTo>
                      <a:pt x="17201" y="43767"/>
                    </a:lnTo>
                    <a:cubicBezTo>
                      <a:pt x="21724" y="36913"/>
                      <a:pt x="26398" y="29829"/>
                      <a:pt x="29312" y="21973"/>
                    </a:cubicBezTo>
                    <a:cubicBezTo>
                      <a:pt x="32224" y="14119"/>
                      <a:pt x="33070" y="6521"/>
                      <a:pt x="3176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33"/>
              <p:cNvSpPr/>
              <p:nvPr/>
            </p:nvSpPr>
            <p:spPr>
              <a:xfrm rot="10800000">
                <a:off x="6950965" y="-10"/>
                <a:ext cx="2188410" cy="5143460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2" name="Google Shape;382;p33"/>
            <p:cNvSpPr/>
            <p:nvPr/>
          </p:nvSpPr>
          <p:spPr>
            <a:xfrm rot="-5400000" flipH="1">
              <a:off x="1801635" y="-2688390"/>
              <a:ext cx="154019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34"/>
          <p:cNvSpPr txBox="1">
            <a:spLocks noGrp="1"/>
          </p:cNvSpPr>
          <p:nvPr>
            <p:ph type="body" idx="1"/>
          </p:nvPr>
        </p:nvSpPr>
        <p:spPr>
          <a:xfrm>
            <a:off x="720000" y="1403100"/>
            <a:ext cx="7704000" cy="9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387" name="Google Shape;387;p34"/>
          <p:cNvGrpSpPr/>
          <p:nvPr/>
        </p:nvGrpSpPr>
        <p:grpSpPr>
          <a:xfrm>
            <a:off x="-622550" y="0"/>
            <a:ext cx="10338825" cy="5143460"/>
            <a:chOff x="-622550" y="0"/>
            <a:chExt cx="10338825" cy="5143460"/>
          </a:xfrm>
        </p:grpSpPr>
        <p:sp>
          <p:nvSpPr>
            <p:cNvPr id="388" name="Google Shape;388;p34"/>
            <p:cNvSpPr/>
            <p:nvPr/>
          </p:nvSpPr>
          <p:spPr>
            <a:xfrm rot="10800000" flipH="1">
              <a:off x="-513887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34"/>
            <p:cNvSpPr/>
            <p:nvPr/>
          </p:nvSpPr>
          <p:spPr>
            <a:xfrm rot="10800000">
              <a:off x="835143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34"/>
            <p:cNvSpPr/>
            <p:nvPr/>
          </p:nvSpPr>
          <p:spPr>
            <a:xfrm rot="10800000">
              <a:off x="84713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34"/>
            <p:cNvSpPr/>
            <p:nvPr/>
          </p:nvSpPr>
          <p:spPr>
            <a:xfrm rot="10800000" flipH="1">
              <a:off x="-62255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5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5"/>
          <p:cNvSpPr txBox="1">
            <a:spLocks noGrp="1"/>
          </p:cNvSpPr>
          <p:nvPr>
            <p:ph type="subTitle" idx="1"/>
          </p:nvPr>
        </p:nvSpPr>
        <p:spPr>
          <a:xfrm>
            <a:off x="2007825" y="2739325"/>
            <a:ext cx="2334000" cy="16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5" name="Google Shape;395;p35"/>
          <p:cNvSpPr txBox="1">
            <a:spLocks noGrp="1"/>
          </p:cNvSpPr>
          <p:nvPr>
            <p:ph type="subTitle" idx="2"/>
          </p:nvPr>
        </p:nvSpPr>
        <p:spPr>
          <a:xfrm>
            <a:off x="4802163" y="2739455"/>
            <a:ext cx="2334000" cy="16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6" name="Google Shape;396;p35"/>
          <p:cNvSpPr txBox="1">
            <a:spLocks noGrp="1"/>
          </p:cNvSpPr>
          <p:nvPr>
            <p:ph type="subTitle" idx="3"/>
          </p:nvPr>
        </p:nvSpPr>
        <p:spPr>
          <a:xfrm>
            <a:off x="2007825" y="2410825"/>
            <a:ext cx="23340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397" name="Google Shape;397;p35"/>
          <p:cNvSpPr txBox="1">
            <a:spLocks noGrp="1"/>
          </p:cNvSpPr>
          <p:nvPr>
            <p:ph type="subTitle" idx="4"/>
          </p:nvPr>
        </p:nvSpPr>
        <p:spPr>
          <a:xfrm>
            <a:off x="4802163" y="2410825"/>
            <a:ext cx="23340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398" name="Google Shape;398;p3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99" name="Google Shape;399;p35"/>
          <p:cNvGrpSpPr/>
          <p:nvPr/>
        </p:nvGrpSpPr>
        <p:grpSpPr>
          <a:xfrm>
            <a:off x="-7672" y="0"/>
            <a:ext cx="9151660" cy="5143460"/>
            <a:chOff x="-7672" y="0"/>
            <a:chExt cx="9151660" cy="5143460"/>
          </a:xfrm>
        </p:grpSpPr>
        <p:sp>
          <p:nvSpPr>
            <p:cNvPr id="400" name="Google Shape;400;p35"/>
            <p:cNvSpPr/>
            <p:nvPr/>
          </p:nvSpPr>
          <p:spPr>
            <a:xfrm>
              <a:off x="76706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35"/>
            <p:cNvSpPr/>
            <p:nvPr/>
          </p:nvSpPr>
          <p:spPr>
            <a:xfrm>
              <a:off x="77360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35"/>
            <p:cNvSpPr/>
            <p:nvPr/>
          </p:nvSpPr>
          <p:spPr>
            <a:xfrm flipH="1">
              <a:off x="57665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35"/>
            <p:cNvSpPr/>
            <p:nvPr/>
          </p:nvSpPr>
          <p:spPr>
            <a:xfrm flipH="1">
              <a:off x="51125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35"/>
            <p:cNvSpPr/>
            <p:nvPr/>
          </p:nvSpPr>
          <p:spPr>
            <a:xfrm rot="10800000">
              <a:off x="7741029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35"/>
            <p:cNvSpPr/>
            <p:nvPr/>
          </p:nvSpPr>
          <p:spPr>
            <a:xfrm rot="10800000">
              <a:off x="789908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35"/>
            <p:cNvSpPr/>
            <p:nvPr/>
          </p:nvSpPr>
          <p:spPr>
            <a:xfrm rot="10800000" flipH="1">
              <a:off x="170917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35"/>
            <p:cNvSpPr/>
            <p:nvPr/>
          </p:nvSpPr>
          <p:spPr>
            <a:xfrm rot="10800000" flipH="1">
              <a:off x="-7672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6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3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11" name="Google Shape;411;p36"/>
          <p:cNvGrpSpPr/>
          <p:nvPr/>
        </p:nvGrpSpPr>
        <p:grpSpPr>
          <a:xfrm>
            <a:off x="-277700" y="0"/>
            <a:ext cx="9421708" cy="5143460"/>
            <a:chOff x="-277700" y="0"/>
            <a:chExt cx="9421708" cy="5143460"/>
          </a:xfrm>
        </p:grpSpPr>
        <p:sp>
          <p:nvSpPr>
            <p:cNvPr id="412" name="Google Shape;412;p36"/>
            <p:cNvSpPr/>
            <p:nvPr/>
          </p:nvSpPr>
          <p:spPr>
            <a:xfrm flipH="1">
              <a:off x="8236400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36"/>
            <p:cNvSpPr/>
            <p:nvPr/>
          </p:nvSpPr>
          <p:spPr>
            <a:xfrm flipH="1">
              <a:off x="8380386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36"/>
            <p:cNvSpPr/>
            <p:nvPr/>
          </p:nvSpPr>
          <p:spPr>
            <a:xfrm rot="10800000" flipH="1">
              <a:off x="-133714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36"/>
            <p:cNvSpPr/>
            <p:nvPr/>
          </p:nvSpPr>
          <p:spPr>
            <a:xfrm rot="10800000" flipH="1">
              <a:off x="-277700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7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7"/>
          <p:cNvSpPr txBox="1">
            <a:spLocks noGrp="1"/>
          </p:cNvSpPr>
          <p:nvPr>
            <p:ph type="subTitle" idx="1"/>
          </p:nvPr>
        </p:nvSpPr>
        <p:spPr>
          <a:xfrm rot="-458">
            <a:off x="2320200" y="1927775"/>
            <a:ext cx="4503600" cy="20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9" name="Google Shape;419;p3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20" name="Google Shape;420;p37"/>
          <p:cNvGrpSpPr/>
          <p:nvPr/>
        </p:nvGrpSpPr>
        <p:grpSpPr>
          <a:xfrm>
            <a:off x="-3776" y="0"/>
            <a:ext cx="9147765" cy="5143460"/>
            <a:chOff x="-3776" y="0"/>
            <a:chExt cx="9147765" cy="5143460"/>
          </a:xfrm>
        </p:grpSpPr>
        <p:sp>
          <p:nvSpPr>
            <p:cNvPr id="421" name="Google Shape;421;p37"/>
            <p:cNvSpPr/>
            <p:nvPr/>
          </p:nvSpPr>
          <p:spPr>
            <a:xfrm>
              <a:off x="7333375" y="0"/>
              <a:ext cx="121213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37"/>
            <p:cNvSpPr/>
            <p:nvPr/>
          </p:nvSpPr>
          <p:spPr>
            <a:xfrm>
              <a:off x="7429258" y="0"/>
              <a:ext cx="121213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37"/>
            <p:cNvSpPr/>
            <p:nvPr/>
          </p:nvSpPr>
          <p:spPr>
            <a:xfrm>
              <a:off x="401123" y="0"/>
              <a:ext cx="1308016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37"/>
            <p:cNvSpPr/>
            <p:nvPr/>
          </p:nvSpPr>
          <p:spPr>
            <a:xfrm>
              <a:off x="0" y="0"/>
              <a:ext cx="1308016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37"/>
            <p:cNvSpPr/>
            <p:nvPr/>
          </p:nvSpPr>
          <p:spPr>
            <a:xfrm rot="10800000">
              <a:off x="7434850" y="0"/>
              <a:ext cx="1308016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37"/>
            <p:cNvSpPr/>
            <p:nvPr/>
          </p:nvSpPr>
          <p:spPr>
            <a:xfrm rot="10800000">
              <a:off x="7835973" y="0"/>
              <a:ext cx="1308016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37"/>
            <p:cNvSpPr/>
            <p:nvPr/>
          </p:nvSpPr>
          <p:spPr>
            <a:xfrm>
              <a:off x="-3776" y="0"/>
              <a:ext cx="954181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37"/>
            <p:cNvSpPr/>
            <p:nvPr/>
          </p:nvSpPr>
          <p:spPr>
            <a:xfrm>
              <a:off x="71701" y="0"/>
              <a:ext cx="954181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8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38"/>
          <p:cNvSpPr txBox="1">
            <a:spLocks noGrp="1"/>
          </p:cNvSpPr>
          <p:nvPr>
            <p:ph type="title"/>
          </p:nvPr>
        </p:nvSpPr>
        <p:spPr>
          <a:xfrm>
            <a:off x="1771200" y="1256250"/>
            <a:ext cx="5601600" cy="26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432" name="Google Shape;432;p38"/>
          <p:cNvGrpSpPr/>
          <p:nvPr/>
        </p:nvGrpSpPr>
        <p:grpSpPr>
          <a:xfrm>
            <a:off x="7300" y="0"/>
            <a:ext cx="9129400" cy="5143460"/>
            <a:chOff x="7300" y="0"/>
            <a:chExt cx="9129400" cy="5143460"/>
          </a:xfrm>
        </p:grpSpPr>
        <p:sp>
          <p:nvSpPr>
            <p:cNvPr id="433" name="Google Shape;433;p38"/>
            <p:cNvSpPr/>
            <p:nvPr/>
          </p:nvSpPr>
          <p:spPr>
            <a:xfrm>
              <a:off x="1878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38"/>
            <p:cNvSpPr/>
            <p:nvPr/>
          </p:nvSpPr>
          <p:spPr>
            <a:xfrm>
              <a:off x="7679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38"/>
            <p:cNvSpPr/>
            <p:nvPr/>
          </p:nvSpPr>
          <p:spPr>
            <a:xfrm>
              <a:off x="8333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38"/>
            <p:cNvSpPr/>
            <p:nvPr/>
          </p:nvSpPr>
          <p:spPr>
            <a:xfrm>
              <a:off x="73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38"/>
            <p:cNvSpPr/>
            <p:nvPr/>
          </p:nvSpPr>
          <p:spPr>
            <a:xfrm rot="10800000">
              <a:off x="77113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38"/>
            <p:cNvSpPr/>
            <p:nvPr/>
          </p:nvSpPr>
          <p:spPr>
            <a:xfrm rot="10800000">
              <a:off x="7549300" y="3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38"/>
            <p:cNvSpPr/>
            <p:nvPr/>
          </p:nvSpPr>
          <p:spPr>
            <a:xfrm rot="10800000">
              <a:off x="7483900" y="3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38"/>
            <p:cNvSpPr/>
            <p:nvPr/>
          </p:nvSpPr>
          <p:spPr>
            <a:xfrm rot="10800000">
              <a:off x="78918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dk2"/>
        </a:soli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9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9"/>
          <p:cNvSpPr txBox="1">
            <a:spLocks noGrp="1"/>
          </p:cNvSpPr>
          <p:nvPr>
            <p:ph type="title"/>
          </p:nvPr>
        </p:nvSpPr>
        <p:spPr>
          <a:xfrm>
            <a:off x="1240375" y="3923775"/>
            <a:ext cx="6663300" cy="50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44" name="Google Shape;444;p39"/>
          <p:cNvGrpSpPr/>
          <p:nvPr/>
        </p:nvGrpSpPr>
        <p:grpSpPr>
          <a:xfrm>
            <a:off x="130" y="-362375"/>
            <a:ext cx="9143866" cy="1606683"/>
            <a:chOff x="130" y="-362375"/>
            <a:chExt cx="9143866" cy="1606683"/>
          </a:xfrm>
        </p:grpSpPr>
        <p:sp>
          <p:nvSpPr>
            <p:cNvPr id="445" name="Google Shape;445;p39"/>
            <p:cNvSpPr/>
            <p:nvPr/>
          </p:nvSpPr>
          <p:spPr>
            <a:xfrm rot="5400000">
              <a:off x="3873052" y="-4026637"/>
              <a:ext cx="1398023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39"/>
            <p:cNvSpPr/>
            <p:nvPr/>
          </p:nvSpPr>
          <p:spPr>
            <a:xfrm rot="5400000">
              <a:off x="3873052" y="-4235297"/>
              <a:ext cx="1398023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0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40"/>
          <p:cNvSpPr txBox="1">
            <a:spLocks noGrp="1"/>
          </p:cNvSpPr>
          <p:nvPr>
            <p:ph type="subTitle" idx="1"/>
          </p:nvPr>
        </p:nvSpPr>
        <p:spPr>
          <a:xfrm>
            <a:off x="2493650" y="2447875"/>
            <a:ext cx="4157100" cy="4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50" name="Google Shape;450;p40"/>
          <p:cNvSpPr txBox="1">
            <a:spLocks noGrp="1"/>
          </p:cNvSpPr>
          <p:nvPr>
            <p:ph type="title" hasCustomPrompt="1"/>
          </p:nvPr>
        </p:nvSpPr>
        <p:spPr>
          <a:xfrm rot="393">
            <a:off x="1944451" y="705625"/>
            <a:ext cx="5255100" cy="14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grpSp>
        <p:nvGrpSpPr>
          <p:cNvPr id="451" name="Google Shape;451;p40"/>
          <p:cNvGrpSpPr/>
          <p:nvPr/>
        </p:nvGrpSpPr>
        <p:grpSpPr>
          <a:xfrm>
            <a:off x="-6" y="-740570"/>
            <a:ext cx="9143866" cy="5884073"/>
            <a:chOff x="-6" y="-740570"/>
            <a:chExt cx="9143866" cy="5884073"/>
          </a:xfrm>
        </p:grpSpPr>
        <p:sp>
          <p:nvSpPr>
            <p:cNvPr id="452" name="Google Shape;452;p40"/>
            <p:cNvSpPr/>
            <p:nvPr/>
          </p:nvSpPr>
          <p:spPr>
            <a:xfrm>
              <a:off x="7721475" y="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40"/>
            <p:cNvSpPr/>
            <p:nvPr/>
          </p:nvSpPr>
          <p:spPr>
            <a:xfrm>
              <a:off x="7786875" y="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40"/>
            <p:cNvSpPr/>
            <p:nvPr/>
          </p:nvSpPr>
          <p:spPr>
            <a:xfrm rot="-5400000">
              <a:off x="3747305" y="-528380"/>
              <a:ext cx="1649244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40"/>
            <p:cNvSpPr/>
            <p:nvPr/>
          </p:nvSpPr>
          <p:spPr>
            <a:xfrm rot="-5400000">
              <a:off x="3747305" y="-253052"/>
              <a:ext cx="1649244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40"/>
            <p:cNvSpPr/>
            <p:nvPr/>
          </p:nvSpPr>
          <p:spPr>
            <a:xfrm rot="-5400000" flipH="1">
              <a:off x="2658301" y="-3223801"/>
              <a:ext cx="1169957" cy="6486563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40"/>
            <p:cNvSpPr/>
            <p:nvPr/>
          </p:nvSpPr>
          <p:spPr>
            <a:xfrm rot="-5400000" flipH="1">
              <a:off x="2658301" y="-3398873"/>
              <a:ext cx="1169957" cy="6486563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2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42"/>
          <p:cNvSpPr txBox="1">
            <a:spLocks noGrp="1"/>
          </p:cNvSpPr>
          <p:nvPr>
            <p:ph type="title"/>
          </p:nvPr>
        </p:nvSpPr>
        <p:spPr>
          <a:xfrm rot="3170">
            <a:off x="1642400" y="1260825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62" name="Google Shape;462;p42"/>
          <p:cNvSpPr txBox="1">
            <a:spLocks noGrp="1"/>
          </p:cNvSpPr>
          <p:nvPr>
            <p:ph type="subTitle" idx="1"/>
          </p:nvPr>
        </p:nvSpPr>
        <p:spPr>
          <a:xfrm>
            <a:off x="720000" y="2057653"/>
            <a:ext cx="24954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3" name="Google Shape;463;p42"/>
          <p:cNvSpPr txBox="1">
            <a:spLocks noGrp="1"/>
          </p:cNvSpPr>
          <p:nvPr>
            <p:ph type="title" idx="2"/>
          </p:nvPr>
        </p:nvSpPr>
        <p:spPr>
          <a:xfrm rot="3170">
            <a:off x="1642400" y="2966900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64" name="Google Shape;464;p42"/>
          <p:cNvSpPr txBox="1">
            <a:spLocks noGrp="1"/>
          </p:cNvSpPr>
          <p:nvPr>
            <p:ph type="title" idx="3"/>
          </p:nvPr>
        </p:nvSpPr>
        <p:spPr>
          <a:xfrm rot="3170">
            <a:off x="4246650" y="1260825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65" name="Google Shape;465;p42"/>
          <p:cNvSpPr txBox="1">
            <a:spLocks noGrp="1"/>
          </p:cNvSpPr>
          <p:nvPr>
            <p:ph type="subTitle" idx="4"/>
          </p:nvPr>
        </p:nvSpPr>
        <p:spPr>
          <a:xfrm>
            <a:off x="3324300" y="2057653"/>
            <a:ext cx="24954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42"/>
          <p:cNvSpPr txBox="1">
            <a:spLocks noGrp="1"/>
          </p:cNvSpPr>
          <p:nvPr>
            <p:ph type="title" idx="5"/>
          </p:nvPr>
        </p:nvSpPr>
        <p:spPr>
          <a:xfrm rot="3170">
            <a:off x="4246650" y="2966900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67" name="Google Shape;467;p42"/>
          <p:cNvSpPr txBox="1">
            <a:spLocks noGrp="1"/>
          </p:cNvSpPr>
          <p:nvPr>
            <p:ph type="subTitle" idx="6"/>
          </p:nvPr>
        </p:nvSpPr>
        <p:spPr>
          <a:xfrm>
            <a:off x="3324300" y="3772201"/>
            <a:ext cx="24954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42"/>
          <p:cNvSpPr txBox="1">
            <a:spLocks noGrp="1"/>
          </p:cNvSpPr>
          <p:nvPr>
            <p:ph type="subTitle" idx="7"/>
          </p:nvPr>
        </p:nvSpPr>
        <p:spPr>
          <a:xfrm>
            <a:off x="720000" y="1752450"/>
            <a:ext cx="24954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69" name="Google Shape;469;p42"/>
          <p:cNvSpPr txBox="1">
            <a:spLocks noGrp="1"/>
          </p:cNvSpPr>
          <p:nvPr>
            <p:ph type="subTitle" idx="8"/>
          </p:nvPr>
        </p:nvSpPr>
        <p:spPr>
          <a:xfrm>
            <a:off x="3324300" y="1752450"/>
            <a:ext cx="24954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70" name="Google Shape;470;p42"/>
          <p:cNvSpPr txBox="1">
            <a:spLocks noGrp="1"/>
          </p:cNvSpPr>
          <p:nvPr>
            <p:ph type="subTitle" idx="9"/>
          </p:nvPr>
        </p:nvSpPr>
        <p:spPr>
          <a:xfrm>
            <a:off x="3324300" y="3467098"/>
            <a:ext cx="24954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71" name="Google Shape;471;p42"/>
          <p:cNvSpPr txBox="1">
            <a:spLocks noGrp="1"/>
          </p:cNvSpPr>
          <p:nvPr>
            <p:ph type="subTitle" idx="13"/>
          </p:nvPr>
        </p:nvSpPr>
        <p:spPr>
          <a:xfrm>
            <a:off x="720000" y="3772201"/>
            <a:ext cx="24954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2" name="Google Shape;472;p42"/>
          <p:cNvSpPr txBox="1">
            <a:spLocks noGrp="1"/>
          </p:cNvSpPr>
          <p:nvPr>
            <p:ph type="subTitle" idx="14"/>
          </p:nvPr>
        </p:nvSpPr>
        <p:spPr>
          <a:xfrm>
            <a:off x="720000" y="3467098"/>
            <a:ext cx="24954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73" name="Google Shape;473;p42"/>
          <p:cNvSpPr txBox="1">
            <a:spLocks noGrp="1"/>
          </p:cNvSpPr>
          <p:nvPr>
            <p:ph type="title" idx="15"/>
          </p:nvPr>
        </p:nvSpPr>
        <p:spPr>
          <a:xfrm rot="3170">
            <a:off x="6854725" y="1260825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74" name="Google Shape;474;p42"/>
          <p:cNvSpPr txBox="1">
            <a:spLocks noGrp="1"/>
          </p:cNvSpPr>
          <p:nvPr>
            <p:ph type="subTitle" idx="16"/>
          </p:nvPr>
        </p:nvSpPr>
        <p:spPr>
          <a:xfrm>
            <a:off x="5932371" y="2057652"/>
            <a:ext cx="24954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5" name="Google Shape;475;p42"/>
          <p:cNvSpPr txBox="1">
            <a:spLocks noGrp="1"/>
          </p:cNvSpPr>
          <p:nvPr>
            <p:ph type="title" idx="17"/>
          </p:nvPr>
        </p:nvSpPr>
        <p:spPr>
          <a:xfrm rot="3170">
            <a:off x="6854725" y="2966900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76" name="Google Shape;476;p42"/>
          <p:cNvSpPr txBox="1">
            <a:spLocks noGrp="1"/>
          </p:cNvSpPr>
          <p:nvPr>
            <p:ph type="subTitle" idx="18"/>
          </p:nvPr>
        </p:nvSpPr>
        <p:spPr>
          <a:xfrm>
            <a:off x="5932371" y="3772202"/>
            <a:ext cx="24954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7" name="Google Shape;477;p42"/>
          <p:cNvSpPr txBox="1">
            <a:spLocks noGrp="1"/>
          </p:cNvSpPr>
          <p:nvPr>
            <p:ph type="subTitle" idx="19"/>
          </p:nvPr>
        </p:nvSpPr>
        <p:spPr>
          <a:xfrm>
            <a:off x="5931921" y="1752450"/>
            <a:ext cx="24963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78" name="Google Shape;478;p42"/>
          <p:cNvSpPr txBox="1">
            <a:spLocks noGrp="1"/>
          </p:cNvSpPr>
          <p:nvPr>
            <p:ph type="subTitle" idx="20"/>
          </p:nvPr>
        </p:nvSpPr>
        <p:spPr>
          <a:xfrm>
            <a:off x="5932371" y="3467100"/>
            <a:ext cx="24954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79" name="Google Shape;479;p42"/>
          <p:cNvSpPr txBox="1">
            <a:spLocks noGrp="1"/>
          </p:cNvSpPr>
          <p:nvPr>
            <p:ph type="title" idx="21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80" name="Google Shape;480;p42"/>
          <p:cNvGrpSpPr/>
          <p:nvPr/>
        </p:nvGrpSpPr>
        <p:grpSpPr>
          <a:xfrm>
            <a:off x="-281075" y="-810527"/>
            <a:ext cx="9673450" cy="6223209"/>
            <a:chOff x="-281075" y="-810527"/>
            <a:chExt cx="9673450" cy="6223209"/>
          </a:xfrm>
        </p:grpSpPr>
        <p:sp>
          <p:nvSpPr>
            <p:cNvPr id="481" name="Google Shape;481;p42"/>
            <p:cNvSpPr/>
            <p:nvPr/>
          </p:nvSpPr>
          <p:spPr>
            <a:xfrm rot="5400000">
              <a:off x="5998675" y="-2584657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42"/>
            <p:cNvSpPr/>
            <p:nvPr/>
          </p:nvSpPr>
          <p:spPr>
            <a:xfrm>
              <a:off x="-281075" y="-3571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42"/>
            <p:cNvSpPr/>
            <p:nvPr/>
          </p:nvSpPr>
          <p:spPr>
            <a:xfrm>
              <a:off x="-215675" y="-3571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42"/>
            <p:cNvSpPr/>
            <p:nvPr/>
          </p:nvSpPr>
          <p:spPr>
            <a:xfrm rot="5400000">
              <a:off x="5998675" y="-2759807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42"/>
            <p:cNvSpPr/>
            <p:nvPr/>
          </p:nvSpPr>
          <p:spPr>
            <a:xfrm rot="-5400000">
              <a:off x="4307765" y="169361"/>
              <a:ext cx="528336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42"/>
            <p:cNvSpPr/>
            <p:nvPr/>
          </p:nvSpPr>
          <p:spPr>
            <a:xfrm rot="-5400000">
              <a:off x="4307765" y="307399"/>
              <a:ext cx="528336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42"/>
            <p:cNvSpPr/>
            <p:nvPr/>
          </p:nvSpPr>
          <p:spPr>
            <a:xfrm>
              <a:off x="8500200" y="2692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42"/>
            <p:cNvSpPr/>
            <p:nvPr/>
          </p:nvSpPr>
          <p:spPr>
            <a:xfrm>
              <a:off x="8565600" y="2692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3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3"/>
          <p:cNvSpPr txBox="1">
            <a:spLocks noGrp="1"/>
          </p:cNvSpPr>
          <p:nvPr>
            <p:ph type="title"/>
          </p:nvPr>
        </p:nvSpPr>
        <p:spPr>
          <a:xfrm rot="-1269">
            <a:off x="720000" y="3163974"/>
            <a:ext cx="32505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92" name="Google Shape;492;p43"/>
          <p:cNvSpPr txBox="1">
            <a:spLocks noGrp="1"/>
          </p:cNvSpPr>
          <p:nvPr>
            <p:ph type="subTitle" idx="1"/>
          </p:nvPr>
        </p:nvSpPr>
        <p:spPr>
          <a:xfrm>
            <a:off x="720108" y="1346950"/>
            <a:ext cx="4163100" cy="16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93" name="Google Shape;493;p43"/>
          <p:cNvGrpSpPr/>
          <p:nvPr/>
        </p:nvGrpSpPr>
        <p:grpSpPr>
          <a:xfrm>
            <a:off x="38" y="-473726"/>
            <a:ext cx="9463574" cy="5617176"/>
            <a:chOff x="38" y="-473726"/>
            <a:chExt cx="9463574" cy="5617176"/>
          </a:xfrm>
        </p:grpSpPr>
        <p:sp>
          <p:nvSpPr>
            <p:cNvPr id="494" name="Google Shape;494;p43"/>
            <p:cNvSpPr/>
            <p:nvPr/>
          </p:nvSpPr>
          <p:spPr>
            <a:xfrm rot="5400000">
              <a:off x="3523906" y="-3798955"/>
              <a:ext cx="2050226" cy="9097962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43"/>
            <p:cNvSpPr/>
            <p:nvPr/>
          </p:nvSpPr>
          <p:spPr>
            <a:xfrm rot="5400000">
              <a:off x="3523906" y="-3997594"/>
              <a:ext cx="2050226" cy="9097962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43"/>
            <p:cNvSpPr/>
            <p:nvPr/>
          </p:nvSpPr>
          <p:spPr>
            <a:xfrm rot="10800000">
              <a:off x="6937415" y="-10"/>
              <a:ext cx="2206585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43"/>
            <p:cNvSpPr/>
            <p:nvPr/>
          </p:nvSpPr>
          <p:spPr>
            <a:xfrm>
              <a:off x="5834875" y="-275075"/>
              <a:ext cx="1492081" cy="5418392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43"/>
            <p:cNvSpPr/>
            <p:nvPr/>
          </p:nvSpPr>
          <p:spPr>
            <a:xfrm>
              <a:off x="5952901" y="-275075"/>
              <a:ext cx="1492081" cy="5418392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43"/>
            <p:cNvSpPr/>
            <p:nvPr/>
          </p:nvSpPr>
          <p:spPr>
            <a:xfrm rot="10800000">
              <a:off x="7257027" y="-10"/>
              <a:ext cx="2206585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4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4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03" name="Google Shape;503;p44"/>
          <p:cNvGrpSpPr/>
          <p:nvPr/>
        </p:nvGrpSpPr>
        <p:grpSpPr>
          <a:xfrm>
            <a:off x="-1336491" y="-807155"/>
            <a:ext cx="10772311" cy="7246049"/>
            <a:chOff x="-1336491" y="-807155"/>
            <a:chExt cx="10772311" cy="7246049"/>
          </a:xfrm>
        </p:grpSpPr>
        <p:sp>
          <p:nvSpPr>
            <p:cNvPr id="504" name="Google Shape;504;p44"/>
            <p:cNvSpPr/>
            <p:nvPr/>
          </p:nvSpPr>
          <p:spPr>
            <a:xfrm rot="5400000">
              <a:off x="5949831" y="-2531497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44"/>
            <p:cNvSpPr/>
            <p:nvPr/>
          </p:nvSpPr>
          <p:spPr>
            <a:xfrm>
              <a:off x="-172175" y="-5822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44"/>
            <p:cNvSpPr/>
            <p:nvPr/>
          </p:nvSpPr>
          <p:spPr>
            <a:xfrm>
              <a:off x="-106775" y="-5822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44"/>
            <p:cNvSpPr/>
            <p:nvPr/>
          </p:nvSpPr>
          <p:spPr>
            <a:xfrm rot="5400000">
              <a:off x="5949831" y="-2756435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44"/>
            <p:cNvSpPr/>
            <p:nvPr/>
          </p:nvSpPr>
          <p:spPr>
            <a:xfrm rot="-4676836">
              <a:off x="733116" y="2501438"/>
              <a:ext cx="1244829" cy="5143539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44"/>
            <p:cNvSpPr/>
            <p:nvPr/>
          </p:nvSpPr>
          <p:spPr>
            <a:xfrm rot="-4676836">
              <a:off x="686139" y="2721415"/>
              <a:ext cx="1244829" cy="5143539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44"/>
            <p:cNvSpPr/>
            <p:nvPr/>
          </p:nvSpPr>
          <p:spPr>
            <a:xfrm>
              <a:off x="8543645" y="43775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44"/>
            <p:cNvSpPr/>
            <p:nvPr/>
          </p:nvSpPr>
          <p:spPr>
            <a:xfrm>
              <a:off x="8609045" y="43775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5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4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15" name="Google Shape;515;p45"/>
          <p:cNvGrpSpPr/>
          <p:nvPr/>
        </p:nvGrpSpPr>
        <p:grpSpPr>
          <a:xfrm>
            <a:off x="-817348" y="-843882"/>
            <a:ext cx="10317923" cy="5987342"/>
            <a:chOff x="-817348" y="-843882"/>
            <a:chExt cx="10317923" cy="5987342"/>
          </a:xfrm>
        </p:grpSpPr>
        <p:sp>
          <p:nvSpPr>
            <p:cNvPr id="516" name="Google Shape;516;p45"/>
            <p:cNvSpPr/>
            <p:nvPr/>
          </p:nvSpPr>
          <p:spPr>
            <a:xfrm>
              <a:off x="-613573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45"/>
            <p:cNvSpPr/>
            <p:nvPr/>
          </p:nvSpPr>
          <p:spPr>
            <a:xfrm>
              <a:off x="86084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45"/>
            <p:cNvSpPr/>
            <p:nvPr/>
          </p:nvSpPr>
          <p:spPr>
            <a:xfrm>
              <a:off x="86738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45"/>
            <p:cNvSpPr/>
            <p:nvPr/>
          </p:nvSpPr>
          <p:spPr>
            <a:xfrm>
              <a:off x="-81734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45"/>
            <p:cNvSpPr/>
            <p:nvPr/>
          </p:nvSpPr>
          <p:spPr>
            <a:xfrm rot="5400000">
              <a:off x="5994125" y="-2615937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45"/>
            <p:cNvSpPr/>
            <p:nvPr/>
          </p:nvSpPr>
          <p:spPr>
            <a:xfrm rot="5400000">
              <a:off x="5994125" y="-2793162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2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6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4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25" name="Google Shape;525;p46"/>
          <p:cNvGrpSpPr/>
          <p:nvPr/>
        </p:nvGrpSpPr>
        <p:grpSpPr>
          <a:xfrm>
            <a:off x="-222950" y="-847017"/>
            <a:ext cx="10448969" cy="5990518"/>
            <a:chOff x="-222950" y="-847017"/>
            <a:chExt cx="10448969" cy="5990518"/>
          </a:xfrm>
        </p:grpSpPr>
        <p:sp>
          <p:nvSpPr>
            <p:cNvPr id="526" name="Google Shape;526;p46"/>
            <p:cNvSpPr/>
            <p:nvPr/>
          </p:nvSpPr>
          <p:spPr>
            <a:xfrm>
              <a:off x="-222950" y="-147487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46"/>
            <p:cNvSpPr/>
            <p:nvPr/>
          </p:nvSpPr>
          <p:spPr>
            <a:xfrm>
              <a:off x="-157550" y="-147487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8" name="Google Shape;528;p46"/>
            <p:cNvGrpSpPr/>
            <p:nvPr/>
          </p:nvGrpSpPr>
          <p:grpSpPr>
            <a:xfrm>
              <a:off x="0" y="-847017"/>
              <a:ext cx="10226019" cy="5990518"/>
              <a:chOff x="0" y="-847017"/>
              <a:chExt cx="10226019" cy="5990518"/>
            </a:xfrm>
          </p:grpSpPr>
          <p:sp>
            <p:nvSpPr>
              <p:cNvPr id="529" name="Google Shape;529;p46"/>
              <p:cNvSpPr/>
              <p:nvPr/>
            </p:nvSpPr>
            <p:spPr>
              <a:xfrm rot="-5400000">
                <a:off x="4267057" y="170495"/>
                <a:ext cx="609752" cy="9143866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46"/>
              <p:cNvSpPr/>
              <p:nvPr/>
            </p:nvSpPr>
            <p:spPr>
              <a:xfrm rot="-5400000">
                <a:off x="4305026" y="304661"/>
                <a:ext cx="533813" cy="9143866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46"/>
              <p:cNvSpPr/>
              <p:nvPr/>
            </p:nvSpPr>
            <p:spPr>
              <a:xfrm rot="-1439422" flipH="1">
                <a:off x="8028546" y="-609258"/>
                <a:ext cx="1454996" cy="3504314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46"/>
              <p:cNvSpPr/>
              <p:nvPr/>
            </p:nvSpPr>
            <p:spPr>
              <a:xfrm rot="-1439387" flipH="1">
                <a:off x="8294890" y="-739433"/>
                <a:ext cx="1273763" cy="3504314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BLANK_1_2"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7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47"/>
          <p:cNvSpPr txBox="1">
            <a:spLocks noGrp="1"/>
          </p:cNvSpPr>
          <p:nvPr>
            <p:ph type="subTitle" idx="1"/>
          </p:nvPr>
        </p:nvSpPr>
        <p:spPr>
          <a:xfrm>
            <a:off x="720000" y="2561563"/>
            <a:ext cx="3457200" cy="7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6" name="Google Shape;536;p47"/>
          <p:cNvSpPr txBox="1">
            <a:spLocks noGrp="1"/>
          </p:cNvSpPr>
          <p:nvPr>
            <p:ph type="title"/>
          </p:nvPr>
        </p:nvSpPr>
        <p:spPr>
          <a:xfrm>
            <a:off x="720000" y="1815288"/>
            <a:ext cx="34572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37" name="Google Shape;537;p47"/>
          <p:cNvGrpSpPr/>
          <p:nvPr/>
        </p:nvGrpSpPr>
        <p:grpSpPr>
          <a:xfrm>
            <a:off x="-1003986" y="-375725"/>
            <a:ext cx="10912224" cy="7103954"/>
            <a:chOff x="-1003986" y="-375725"/>
            <a:chExt cx="10912224" cy="7103954"/>
          </a:xfrm>
        </p:grpSpPr>
        <p:sp>
          <p:nvSpPr>
            <p:cNvPr id="538" name="Google Shape;538;p47"/>
            <p:cNvSpPr/>
            <p:nvPr/>
          </p:nvSpPr>
          <p:spPr>
            <a:xfrm rot="10800000">
              <a:off x="8445713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47"/>
            <p:cNvSpPr/>
            <p:nvPr/>
          </p:nvSpPr>
          <p:spPr>
            <a:xfrm>
              <a:off x="-70775" y="-3757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47"/>
            <p:cNvSpPr/>
            <p:nvPr/>
          </p:nvSpPr>
          <p:spPr>
            <a:xfrm>
              <a:off x="-5375" y="-3757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47"/>
            <p:cNvSpPr/>
            <p:nvPr/>
          </p:nvSpPr>
          <p:spPr>
            <a:xfrm rot="10800000">
              <a:off x="866333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47"/>
            <p:cNvSpPr/>
            <p:nvPr/>
          </p:nvSpPr>
          <p:spPr>
            <a:xfrm rot="-4156458">
              <a:off x="1076183" y="2460642"/>
              <a:ext cx="1244919" cy="5143492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47"/>
            <p:cNvSpPr/>
            <p:nvPr/>
          </p:nvSpPr>
          <p:spPr>
            <a:xfrm rot="-4156458">
              <a:off x="999156" y="2664179"/>
              <a:ext cx="1244919" cy="5143492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BLANK_1_2_1"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8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48"/>
          <p:cNvSpPr txBox="1">
            <a:spLocks noGrp="1"/>
          </p:cNvSpPr>
          <p:nvPr>
            <p:ph type="subTitle" idx="1"/>
          </p:nvPr>
        </p:nvSpPr>
        <p:spPr>
          <a:xfrm>
            <a:off x="897100" y="2874875"/>
            <a:ext cx="2820300" cy="10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7" name="Google Shape;547;p48"/>
          <p:cNvSpPr txBox="1">
            <a:spLocks noGrp="1"/>
          </p:cNvSpPr>
          <p:nvPr>
            <p:ph type="title"/>
          </p:nvPr>
        </p:nvSpPr>
        <p:spPr>
          <a:xfrm>
            <a:off x="897100" y="1174375"/>
            <a:ext cx="2820300" cy="15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48" name="Google Shape;548;p48"/>
          <p:cNvSpPr>
            <a:spLocks noGrp="1"/>
          </p:cNvSpPr>
          <p:nvPr>
            <p:ph type="pic" idx="2"/>
          </p:nvPr>
        </p:nvSpPr>
        <p:spPr>
          <a:xfrm>
            <a:off x="4202288" y="540000"/>
            <a:ext cx="4044600" cy="406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49" name="Google Shape;549;p48"/>
          <p:cNvGrpSpPr/>
          <p:nvPr/>
        </p:nvGrpSpPr>
        <p:grpSpPr>
          <a:xfrm>
            <a:off x="-553600" y="0"/>
            <a:ext cx="1688200" cy="5143460"/>
            <a:chOff x="-553600" y="0"/>
            <a:chExt cx="1688200" cy="5143460"/>
          </a:xfrm>
        </p:grpSpPr>
        <p:sp>
          <p:nvSpPr>
            <p:cNvPr id="550" name="Google Shape;550;p48"/>
            <p:cNvSpPr/>
            <p:nvPr/>
          </p:nvSpPr>
          <p:spPr>
            <a:xfrm>
              <a:off x="-3465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48"/>
            <p:cNvSpPr/>
            <p:nvPr/>
          </p:nvSpPr>
          <p:spPr>
            <a:xfrm>
              <a:off x="2424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48"/>
            <p:cNvSpPr/>
            <p:nvPr/>
          </p:nvSpPr>
          <p:spPr>
            <a:xfrm>
              <a:off x="3078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48"/>
            <p:cNvSpPr/>
            <p:nvPr/>
          </p:nvSpPr>
          <p:spPr>
            <a:xfrm>
              <a:off x="-5536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BODY_1_1"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9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49"/>
          <p:cNvSpPr txBox="1">
            <a:spLocks noGrp="1"/>
          </p:cNvSpPr>
          <p:nvPr>
            <p:ph type="body" idx="1"/>
          </p:nvPr>
        </p:nvSpPr>
        <p:spPr>
          <a:xfrm>
            <a:off x="720000" y="1403100"/>
            <a:ext cx="3802500" cy="24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7" name="Google Shape;557;p49"/>
          <p:cNvSpPr txBox="1">
            <a:spLocks noGrp="1"/>
          </p:cNvSpPr>
          <p:nvPr>
            <p:ph type="body" idx="2"/>
          </p:nvPr>
        </p:nvSpPr>
        <p:spPr>
          <a:xfrm>
            <a:off x="4621500" y="1403100"/>
            <a:ext cx="3802500" cy="18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8" name="Google Shape;558;p4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59" name="Google Shape;559;p49"/>
          <p:cNvGrpSpPr/>
          <p:nvPr/>
        </p:nvGrpSpPr>
        <p:grpSpPr>
          <a:xfrm>
            <a:off x="135" y="-585995"/>
            <a:ext cx="9546310" cy="5729496"/>
            <a:chOff x="135" y="-585995"/>
            <a:chExt cx="9546310" cy="5729496"/>
          </a:xfrm>
        </p:grpSpPr>
        <p:sp>
          <p:nvSpPr>
            <p:cNvPr id="560" name="Google Shape;560;p49"/>
            <p:cNvSpPr/>
            <p:nvPr/>
          </p:nvSpPr>
          <p:spPr>
            <a:xfrm rot="5400000" flipH="1">
              <a:off x="3790706" y="-423008"/>
              <a:ext cx="1562723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49"/>
            <p:cNvSpPr/>
            <p:nvPr/>
          </p:nvSpPr>
          <p:spPr>
            <a:xfrm rot="6426947">
              <a:off x="6553595" y="-2005762"/>
              <a:ext cx="826765" cy="5143406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49"/>
            <p:cNvSpPr/>
            <p:nvPr/>
          </p:nvSpPr>
          <p:spPr>
            <a:xfrm rot="6426947">
              <a:off x="6534346" y="-1943259"/>
              <a:ext cx="826765" cy="5143406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49"/>
            <p:cNvSpPr/>
            <p:nvPr/>
          </p:nvSpPr>
          <p:spPr>
            <a:xfrm rot="5400000" flipH="1">
              <a:off x="3790706" y="-209794"/>
              <a:ext cx="1562723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0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50"/>
          <p:cNvSpPr txBox="1">
            <a:spLocks noGrp="1"/>
          </p:cNvSpPr>
          <p:nvPr>
            <p:ph type="subTitle" idx="1"/>
          </p:nvPr>
        </p:nvSpPr>
        <p:spPr>
          <a:xfrm>
            <a:off x="1041138" y="3186900"/>
            <a:ext cx="2286300" cy="5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7" name="Google Shape;567;p50"/>
          <p:cNvSpPr txBox="1">
            <a:spLocks noGrp="1"/>
          </p:cNvSpPr>
          <p:nvPr>
            <p:ph type="subTitle" idx="2"/>
          </p:nvPr>
        </p:nvSpPr>
        <p:spPr>
          <a:xfrm>
            <a:off x="3428853" y="3186912"/>
            <a:ext cx="2286300" cy="5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8" name="Google Shape;568;p50"/>
          <p:cNvSpPr txBox="1">
            <a:spLocks noGrp="1"/>
          </p:cNvSpPr>
          <p:nvPr>
            <p:ph type="subTitle" idx="3"/>
          </p:nvPr>
        </p:nvSpPr>
        <p:spPr>
          <a:xfrm>
            <a:off x="5816562" y="3186922"/>
            <a:ext cx="2286300" cy="5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9" name="Google Shape;569;p50"/>
          <p:cNvSpPr txBox="1">
            <a:spLocks noGrp="1"/>
          </p:cNvSpPr>
          <p:nvPr>
            <p:ph type="subTitle" idx="4"/>
          </p:nvPr>
        </p:nvSpPr>
        <p:spPr>
          <a:xfrm>
            <a:off x="1041138" y="2827200"/>
            <a:ext cx="22863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0" name="Google Shape;570;p50"/>
          <p:cNvSpPr txBox="1">
            <a:spLocks noGrp="1"/>
          </p:cNvSpPr>
          <p:nvPr>
            <p:ph type="subTitle" idx="5"/>
          </p:nvPr>
        </p:nvSpPr>
        <p:spPr>
          <a:xfrm>
            <a:off x="3428853" y="2827200"/>
            <a:ext cx="22863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571;p50"/>
          <p:cNvSpPr txBox="1">
            <a:spLocks noGrp="1"/>
          </p:cNvSpPr>
          <p:nvPr>
            <p:ph type="subTitle" idx="6"/>
          </p:nvPr>
        </p:nvSpPr>
        <p:spPr>
          <a:xfrm>
            <a:off x="5816562" y="2827200"/>
            <a:ext cx="22863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2" name="Google Shape;572;p5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73" name="Google Shape;573;p50"/>
          <p:cNvGrpSpPr/>
          <p:nvPr/>
        </p:nvGrpSpPr>
        <p:grpSpPr>
          <a:xfrm>
            <a:off x="-803075" y="-674775"/>
            <a:ext cx="9947080" cy="5818235"/>
            <a:chOff x="-803075" y="-674775"/>
            <a:chExt cx="9947080" cy="5818235"/>
          </a:xfrm>
        </p:grpSpPr>
        <p:sp>
          <p:nvSpPr>
            <p:cNvPr id="574" name="Google Shape;574;p50"/>
            <p:cNvSpPr/>
            <p:nvPr/>
          </p:nvSpPr>
          <p:spPr>
            <a:xfrm rot="5400000">
              <a:off x="5564687" y="-2793447"/>
              <a:ext cx="1460641" cy="569798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50"/>
            <p:cNvSpPr/>
            <p:nvPr/>
          </p:nvSpPr>
          <p:spPr>
            <a:xfrm>
              <a:off x="-339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50"/>
            <p:cNvSpPr/>
            <p:nvPr/>
          </p:nvSpPr>
          <p:spPr>
            <a:xfrm>
              <a:off x="-8030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50"/>
            <p:cNvSpPr/>
            <p:nvPr/>
          </p:nvSpPr>
          <p:spPr>
            <a:xfrm>
              <a:off x="-762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50"/>
            <p:cNvSpPr/>
            <p:nvPr/>
          </p:nvSpPr>
          <p:spPr>
            <a:xfrm>
              <a:off x="-108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50"/>
            <p:cNvSpPr/>
            <p:nvPr/>
          </p:nvSpPr>
          <p:spPr>
            <a:xfrm rot="5400000">
              <a:off x="5949825" y="-254785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51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51"/>
          <p:cNvSpPr txBox="1">
            <a:spLocks noGrp="1"/>
          </p:cNvSpPr>
          <p:nvPr>
            <p:ph type="subTitle" idx="1"/>
          </p:nvPr>
        </p:nvSpPr>
        <p:spPr>
          <a:xfrm>
            <a:off x="1939574" y="2041719"/>
            <a:ext cx="2491500" cy="6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3" name="Google Shape;583;p51"/>
          <p:cNvSpPr txBox="1">
            <a:spLocks noGrp="1"/>
          </p:cNvSpPr>
          <p:nvPr>
            <p:ph type="subTitle" idx="2"/>
          </p:nvPr>
        </p:nvSpPr>
        <p:spPr>
          <a:xfrm>
            <a:off x="5599868" y="2041722"/>
            <a:ext cx="2491500" cy="6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4" name="Google Shape;584;p51"/>
          <p:cNvSpPr txBox="1">
            <a:spLocks noGrp="1"/>
          </p:cNvSpPr>
          <p:nvPr>
            <p:ph type="subTitle" idx="3"/>
          </p:nvPr>
        </p:nvSpPr>
        <p:spPr>
          <a:xfrm>
            <a:off x="1939582" y="3395520"/>
            <a:ext cx="2491500" cy="6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5" name="Google Shape;585;p51"/>
          <p:cNvSpPr txBox="1">
            <a:spLocks noGrp="1"/>
          </p:cNvSpPr>
          <p:nvPr>
            <p:ph type="subTitle" idx="4"/>
          </p:nvPr>
        </p:nvSpPr>
        <p:spPr>
          <a:xfrm>
            <a:off x="5599399" y="3395521"/>
            <a:ext cx="2491500" cy="6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6" name="Google Shape;586;p51"/>
          <p:cNvSpPr txBox="1">
            <a:spLocks noGrp="1"/>
          </p:cNvSpPr>
          <p:nvPr>
            <p:ph type="subTitle" idx="5"/>
          </p:nvPr>
        </p:nvSpPr>
        <p:spPr>
          <a:xfrm>
            <a:off x="1939574" y="1721718"/>
            <a:ext cx="24915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7" name="Google Shape;587;p51"/>
          <p:cNvSpPr txBox="1">
            <a:spLocks noGrp="1"/>
          </p:cNvSpPr>
          <p:nvPr>
            <p:ph type="subTitle" idx="6"/>
          </p:nvPr>
        </p:nvSpPr>
        <p:spPr>
          <a:xfrm>
            <a:off x="1939582" y="3075566"/>
            <a:ext cx="24915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8" name="Google Shape;588;p51"/>
          <p:cNvSpPr txBox="1">
            <a:spLocks noGrp="1"/>
          </p:cNvSpPr>
          <p:nvPr>
            <p:ph type="subTitle" idx="7"/>
          </p:nvPr>
        </p:nvSpPr>
        <p:spPr>
          <a:xfrm>
            <a:off x="5599889" y="1721718"/>
            <a:ext cx="24915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9" name="Google Shape;589;p51"/>
          <p:cNvSpPr txBox="1">
            <a:spLocks noGrp="1"/>
          </p:cNvSpPr>
          <p:nvPr>
            <p:ph type="subTitle" idx="8"/>
          </p:nvPr>
        </p:nvSpPr>
        <p:spPr>
          <a:xfrm>
            <a:off x="5599420" y="3075567"/>
            <a:ext cx="24915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0" name="Google Shape;590;p5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91" name="Google Shape;591;p51"/>
          <p:cNvGrpSpPr/>
          <p:nvPr/>
        </p:nvGrpSpPr>
        <p:grpSpPr>
          <a:xfrm>
            <a:off x="-9" y="-456375"/>
            <a:ext cx="9720684" cy="5599835"/>
            <a:chOff x="-9" y="-456375"/>
            <a:chExt cx="9720684" cy="5599835"/>
          </a:xfrm>
        </p:grpSpPr>
        <p:sp>
          <p:nvSpPr>
            <p:cNvPr id="592" name="Google Shape;592;p51"/>
            <p:cNvSpPr/>
            <p:nvPr/>
          </p:nvSpPr>
          <p:spPr>
            <a:xfrm rot="-5400000" flipH="1">
              <a:off x="4157173" y="-4452089"/>
              <a:ext cx="1244900" cy="9559264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51"/>
            <p:cNvSpPr/>
            <p:nvPr/>
          </p:nvSpPr>
          <p:spPr>
            <a:xfrm rot="-5400000" flipH="1">
              <a:off x="4157173" y="-4613557"/>
              <a:ext cx="1244900" cy="9559264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51"/>
            <p:cNvSpPr/>
            <p:nvPr/>
          </p:nvSpPr>
          <p:spPr>
            <a:xfrm rot="10800000">
              <a:off x="8314307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51"/>
            <p:cNvSpPr/>
            <p:nvPr/>
          </p:nvSpPr>
          <p:spPr>
            <a:xfrm rot="10800000">
              <a:off x="84757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51"/>
            <p:cNvSpPr/>
            <p:nvPr/>
          </p:nvSpPr>
          <p:spPr>
            <a:xfrm>
              <a:off x="852947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51"/>
            <p:cNvSpPr/>
            <p:nvPr/>
          </p:nvSpPr>
          <p:spPr>
            <a:xfrm>
              <a:off x="859487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52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52"/>
          <p:cNvSpPr txBox="1">
            <a:spLocks noGrp="1"/>
          </p:cNvSpPr>
          <p:nvPr>
            <p:ph type="subTitle" idx="1"/>
          </p:nvPr>
        </p:nvSpPr>
        <p:spPr>
          <a:xfrm>
            <a:off x="720000" y="2273525"/>
            <a:ext cx="2305500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1" name="Google Shape;601;p52"/>
          <p:cNvSpPr txBox="1">
            <a:spLocks noGrp="1"/>
          </p:cNvSpPr>
          <p:nvPr>
            <p:ph type="subTitle" idx="2"/>
          </p:nvPr>
        </p:nvSpPr>
        <p:spPr>
          <a:xfrm>
            <a:off x="3419275" y="2273525"/>
            <a:ext cx="2305500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2" name="Google Shape;602;p52"/>
          <p:cNvSpPr txBox="1">
            <a:spLocks noGrp="1"/>
          </p:cNvSpPr>
          <p:nvPr>
            <p:ph type="subTitle" idx="3"/>
          </p:nvPr>
        </p:nvSpPr>
        <p:spPr>
          <a:xfrm>
            <a:off x="720000" y="4064250"/>
            <a:ext cx="2305500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3" name="Google Shape;603;p52"/>
          <p:cNvSpPr txBox="1">
            <a:spLocks noGrp="1"/>
          </p:cNvSpPr>
          <p:nvPr>
            <p:ph type="subTitle" idx="4"/>
          </p:nvPr>
        </p:nvSpPr>
        <p:spPr>
          <a:xfrm>
            <a:off x="3419272" y="4064250"/>
            <a:ext cx="2305500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4" name="Google Shape;604;p52"/>
          <p:cNvSpPr txBox="1">
            <a:spLocks noGrp="1"/>
          </p:cNvSpPr>
          <p:nvPr>
            <p:ph type="subTitle" idx="5"/>
          </p:nvPr>
        </p:nvSpPr>
        <p:spPr>
          <a:xfrm>
            <a:off x="6118550" y="2273525"/>
            <a:ext cx="2305500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5" name="Google Shape;605;p52"/>
          <p:cNvSpPr txBox="1">
            <a:spLocks noGrp="1"/>
          </p:cNvSpPr>
          <p:nvPr>
            <p:ph type="subTitle" idx="6"/>
          </p:nvPr>
        </p:nvSpPr>
        <p:spPr>
          <a:xfrm>
            <a:off x="6118550" y="4064250"/>
            <a:ext cx="2305500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6" name="Google Shape;606;p52"/>
          <p:cNvSpPr txBox="1">
            <a:spLocks noGrp="1"/>
          </p:cNvSpPr>
          <p:nvPr>
            <p:ph type="subTitle" idx="7"/>
          </p:nvPr>
        </p:nvSpPr>
        <p:spPr>
          <a:xfrm>
            <a:off x="720000" y="1959125"/>
            <a:ext cx="23055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7" name="Google Shape;607;p52"/>
          <p:cNvSpPr txBox="1">
            <a:spLocks noGrp="1"/>
          </p:cNvSpPr>
          <p:nvPr>
            <p:ph type="subTitle" idx="8"/>
          </p:nvPr>
        </p:nvSpPr>
        <p:spPr>
          <a:xfrm>
            <a:off x="3419275" y="1959125"/>
            <a:ext cx="23055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8" name="Google Shape;608;p52"/>
          <p:cNvSpPr txBox="1">
            <a:spLocks noGrp="1"/>
          </p:cNvSpPr>
          <p:nvPr>
            <p:ph type="subTitle" idx="9"/>
          </p:nvPr>
        </p:nvSpPr>
        <p:spPr>
          <a:xfrm>
            <a:off x="6118550" y="1959125"/>
            <a:ext cx="23055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9" name="Google Shape;609;p52"/>
          <p:cNvSpPr txBox="1">
            <a:spLocks noGrp="1"/>
          </p:cNvSpPr>
          <p:nvPr>
            <p:ph type="subTitle" idx="13"/>
          </p:nvPr>
        </p:nvSpPr>
        <p:spPr>
          <a:xfrm>
            <a:off x="6118550" y="3749625"/>
            <a:ext cx="23055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0" name="Google Shape;610;p52"/>
          <p:cNvSpPr txBox="1">
            <a:spLocks noGrp="1"/>
          </p:cNvSpPr>
          <p:nvPr>
            <p:ph type="subTitle" idx="14"/>
          </p:nvPr>
        </p:nvSpPr>
        <p:spPr>
          <a:xfrm>
            <a:off x="720000" y="3749625"/>
            <a:ext cx="23055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1" name="Google Shape;611;p52"/>
          <p:cNvSpPr txBox="1">
            <a:spLocks noGrp="1"/>
          </p:cNvSpPr>
          <p:nvPr>
            <p:ph type="subTitle" idx="15"/>
          </p:nvPr>
        </p:nvSpPr>
        <p:spPr>
          <a:xfrm>
            <a:off x="3419275" y="3749625"/>
            <a:ext cx="23055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2" name="Google Shape;612;p5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13" name="Google Shape;613;p52"/>
          <p:cNvGrpSpPr/>
          <p:nvPr/>
        </p:nvGrpSpPr>
        <p:grpSpPr>
          <a:xfrm>
            <a:off x="-181151" y="-605000"/>
            <a:ext cx="9559151" cy="5748503"/>
            <a:chOff x="-181151" y="-605000"/>
            <a:chExt cx="9559151" cy="5748503"/>
          </a:xfrm>
        </p:grpSpPr>
        <p:sp>
          <p:nvSpPr>
            <p:cNvPr id="614" name="Google Shape;614;p52"/>
            <p:cNvSpPr/>
            <p:nvPr/>
          </p:nvSpPr>
          <p:spPr>
            <a:xfrm>
              <a:off x="84858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52"/>
            <p:cNvSpPr/>
            <p:nvPr/>
          </p:nvSpPr>
          <p:spPr>
            <a:xfrm>
              <a:off x="85512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52"/>
            <p:cNvSpPr/>
            <p:nvPr/>
          </p:nvSpPr>
          <p:spPr>
            <a:xfrm rot="5400000">
              <a:off x="3949623" y="-4435459"/>
              <a:ext cx="1244900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52"/>
            <p:cNvSpPr/>
            <p:nvPr/>
          </p:nvSpPr>
          <p:spPr>
            <a:xfrm rot="5400000">
              <a:off x="3949623" y="-4554483"/>
              <a:ext cx="1244900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52"/>
            <p:cNvSpPr/>
            <p:nvPr/>
          </p:nvSpPr>
          <p:spPr>
            <a:xfrm>
              <a:off x="4625" y="-566100"/>
              <a:ext cx="1244900" cy="5709603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52"/>
            <p:cNvSpPr/>
            <p:nvPr/>
          </p:nvSpPr>
          <p:spPr>
            <a:xfrm>
              <a:off x="-181151" y="-566100"/>
              <a:ext cx="1244900" cy="5709603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TITLE_AND_TWO_COLUMNS_1"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53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53"/>
          <p:cNvSpPr txBox="1">
            <a:spLocks noGrp="1"/>
          </p:cNvSpPr>
          <p:nvPr>
            <p:ph type="subTitle" idx="1"/>
          </p:nvPr>
        </p:nvSpPr>
        <p:spPr>
          <a:xfrm>
            <a:off x="812596" y="3625430"/>
            <a:ext cx="22884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3" name="Google Shape;623;p53"/>
          <p:cNvSpPr txBox="1">
            <a:spLocks noGrp="1"/>
          </p:cNvSpPr>
          <p:nvPr>
            <p:ph type="title"/>
          </p:nvPr>
        </p:nvSpPr>
        <p:spPr>
          <a:xfrm>
            <a:off x="1261396" y="1547225"/>
            <a:ext cx="13908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624" name="Google Shape;624;p53"/>
          <p:cNvSpPr txBox="1">
            <a:spLocks noGrp="1"/>
          </p:cNvSpPr>
          <p:nvPr>
            <p:ph type="subTitle" idx="2"/>
          </p:nvPr>
        </p:nvSpPr>
        <p:spPr>
          <a:xfrm>
            <a:off x="812596" y="3272755"/>
            <a:ext cx="22884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53"/>
          <p:cNvSpPr txBox="1">
            <a:spLocks noGrp="1"/>
          </p:cNvSpPr>
          <p:nvPr>
            <p:ph type="title" idx="3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26" name="Google Shape;626;p53"/>
          <p:cNvSpPr txBox="1">
            <a:spLocks noGrp="1"/>
          </p:cNvSpPr>
          <p:nvPr>
            <p:ph type="subTitle" idx="4"/>
          </p:nvPr>
        </p:nvSpPr>
        <p:spPr>
          <a:xfrm>
            <a:off x="6037833" y="3625430"/>
            <a:ext cx="22884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7" name="Google Shape;627;p53"/>
          <p:cNvSpPr txBox="1">
            <a:spLocks noGrp="1"/>
          </p:cNvSpPr>
          <p:nvPr>
            <p:ph type="title" idx="5"/>
          </p:nvPr>
        </p:nvSpPr>
        <p:spPr>
          <a:xfrm>
            <a:off x="6486633" y="1547225"/>
            <a:ext cx="13908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628" name="Google Shape;628;p53"/>
          <p:cNvSpPr txBox="1">
            <a:spLocks noGrp="1"/>
          </p:cNvSpPr>
          <p:nvPr>
            <p:ph type="subTitle" idx="6"/>
          </p:nvPr>
        </p:nvSpPr>
        <p:spPr>
          <a:xfrm>
            <a:off x="6037833" y="3272755"/>
            <a:ext cx="22884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9" name="Google Shape;629;p53"/>
          <p:cNvSpPr txBox="1">
            <a:spLocks noGrp="1"/>
          </p:cNvSpPr>
          <p:nvPr>
            <p:ph type="subTitle" idx="7"/>
          </p:nvPr>
        </p:nvSpPr>
        <p:spPr>
          <a:xfrm>
            <a:off x="3427800" y="3625418"/>
            <a:ext cx="22884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0" name="Google Shape;630;p53"/>
          <p:cNvSpPr txBox="1">
            <a:spLocks noGrp="1"/>
          </p:cNvSpPr>
          <p:nvPr>
            <p:ph type="title" idx="8"/>
          </p:nvPr>
        </p:nvSpPr>
        <p:spPr>
          <a:xfrm>
            <a:off x="3876600" y="1547225"/>
            <a:ext cx="13908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631" name="Google Shape;631;p53"/>
          <p:cNvSpPr txBox="1">
            <a:spLocks noGrp="1"/>
          </p:cNvSpPr>
          <p:nvPr>
            <p:ph type="subTitle" idx="9"/>
          </p:nvPr>
        </p:nvSpPr>
        <p:spPr>
          <a:xfrm>
            <a:off x="3427800" y="3272743"/>
            <a:ext cx="22884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32" name="Google Shape;632;p53"/>
          <p:cNvGrpSpPr/>
          <p:nvPr/>
        </p:nvGrpSpPr>
        <p:grpSpPr>
          <a:xfrm>
            <a:off x="-593262" y="-556475"/>
            <a:ext cx="9813462" cy="5699932"/>
            <a:chOff x="-593262" y="-556475"/>
            <a:chExt cx="9813462" cy="5699932"/>
          </a:xfrm>
        </p:grpSpPr>
        <p:sp>
          <p:nvSpPr>
            <p:cNvPr id="633" name="Google Shape;633;p53"/>
            <p:cNvSpPr/>
            <p:nvPr/>
          </p:nvSpPr>
          <p:spPr>
            <a:xfrm>
              <a:off x="-7957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53"/>
            <p:cNvSpPr/>
            <p:nvPr/>
          </p:nvSpPr>
          <p:spPr>
            <a:xfrm>
              <a:off x="-1417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53"/>
            <p:cNvSpPr/>
            <p:nvPr/>
          </p:nvSpPr>
          <p:spPr>
            <a:xfrm rot="10800000" flipH="1">
              <a:off x="-440933" y="-50"/>
              <a:ext cx="101011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53"/>
            <p:cNvSpPr/>
            <p:nvPr/>
          </p:nvSpPr>
          <p:spPr>
            <a:xfrm rot="-5400000" flipH="1">
              <a:off x="3949620" y="-4385790"/>
              <a:ext cx="1244900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53"/>
            <p:cNvSpPr/>
            <p:nvPr/>
          </p:nvSpPr>
          <p:spPr>
            <a:xfrm rot="-5400000" flipH="1">
              <a:off x="3949620" y="-4505958"/>
              <a:ext cx="1244900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53"/>
            <p:cNvSpPr/>
            <p:nvPr/>
          </p:nvSpPr>
          <p:spPr>
            <a:xfrm flipH="1">
              <a:off x="8036385" y="-50"/>
              <a:ext cx="101011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53"/>
            <p:cNvSpPr/>
            <p:nvPr/>
          </p:nvSpPr>
          <p:spPr>
            <a:xfrm flipH="1">
              <a:off x="8210088" y="-50"/>
              <a:ext cx="101011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53"/>
            <p:cNvSpPr/>
            <p:nvPr/>
          </p:nvSpPr>
          <p:spPr>
            <a:xfrm rot="10800000" flipH="1">
              <a:off x="-593262" y="-50"/>
              <a:ext cx="101011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54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54"/>
          <p:cNvSpPr txBox="1">
            <a:spLocks noGrp="1"/>
          </p:cNvSpPr>
          <p:nvPr>
            <p:ph type="ctrTitle"/>
          </p:nvPr>
        </p:nvSpPr>
        <p:spPr>
          <a:xfrm>
            <a:off x="2769100" y="863575"/>
            <a:ext cx="3605700" cy="10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644" name="Google Shape;644;p54"/>
          <p:cNvSpPr txBox="1">
            <a:spLocks noGrp="1"/>
          </p:cNvSpPr>
          <p:nvPr>
            <p:ph type="subTitle" idx="1"/>
          </p:nvPr>
        </p:nvSpPr>
        <p:spPr>
          <a:xfrm>
            <a:off x="2896500" y="1807670"/>
            <a:ext cx="3351000" cy="11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5" name="Google Shape;645;p54"/>
          <p:cNvSpPr txBox="1">
            <a:spLocks noGrp="1"/>
          </p:cNvSpPr>
          <p:nvPr>
            <p:ph type="subTitle" idx="2"/>
          </p:nvPr>
        </p:nvSpPr>
        <p:spPr>
          <a:xfrm rot="-1231">
            <a:off x="2896500" y="3841325"/>
            <a:ext cx="3351000" cy="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46" name="Google Shape;646;p54"/>
          <p:cNvGrpSpPr/>
          <p:nvPr/>
        </p:nvGrpSpPr>
        <p:grpSpPr>
          <a:xfrm>
            <a:off x="129" y="-156851"/>
            <a:ext cx="9143866" cy="5636344"/>
            <a:chOff x="129" y="-156851"/>
            <a:chExt cx="9143866" cy="5636344"/>
          </a:xfrm>
        </p:grpSpPr>
        <p:sp>
          <p:nvSpPr>
            <p:cNvPr id="647" name="Google Shape;647;p54"/>
            <p:cNvSpPr/>
            <p:nvPr/>
          </p:nvSpPr>
          <p:spPr>
            <a:xfrm rot="5400000">
              <a:off x="4113627" y="-3998400"/>
              <a:ext cx="916869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54"/>
            <p:cNvSpPr/>
            <p:nvPr/>
          </p:nvSpPr>
          <p:spPr>
            <a:xfrm rot="5400000">
              <a:off x="4113627" y="-4270350"/>
              <a:ext cx="916869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54"/>
            <p:cNvSpPr/>
            <p:nvPr/>
          </p:nvSpPr>
          <p:spPr>
            <a:xfrm rot="5400000" flipH="1">
              <a:off x="4113627" y="263875"/>
              <a:ext cx="916869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54"/>
            <p:cNvSpPr/>
            <p:nvPr/>
          </p:nvSpPr>
          <p:spPr>
            <a:xfrm rot="5400000" flipH="1">
              <a:off x="4113627" y="449125"/>
              <a:ext cx="916869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54"/>
            <p:cNvSpPr/>
            <p:nvPr/>
          </p:nvSpPr>
          <p:spPr>
            <a:xfrm>
              <a:off x="7827625" y="0"/>
              <a:ext cx="826775" cy="5294118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54"/>
            <p:cNvSpPr/>
            <p:nvPr/>
          </p:nvSpPr>
          <p:spPr>
            <a:xfrm>
              <a:off x="7893025" y="0"/>
              <a:ext cx="826775" cy="5294118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54"/>
            <p:cNvSpPr/>
            <p:nvPr/>
          </p:nvSpPr>
          <p:spPr>
            <a:xfrm flipH="1">
              <a:off x="533725" y="0"/>
              <a:ext cx="826775" cy="5294118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54"/>
            <p:cNvSpPr/>
            <p:nvPr/>
          </p:nvSpPr>
          <p:spPr>
            <a:xfrm flipH="1">
              <a:off x="468325" y="0"/>
              <a:ext cx="826775" cy="5294118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5" name="Google Shape;655;p54"/>
          <p:cNvSpPr txBox="1"/>
          <p:nvPr/>
        </p:nvSpPr>
        <p:spPr>
          <a:xfrm>
            <a:off x="2896500" y="2927153"/>
            <a:ext cx="3351000" cy="7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</a:t>
            </a:r>
            <a:r>
              <a:rPr lang="en" sz="11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This presentation template was created by </a:t>
            </a:r>
            <a:r>
              <a:rPr lang="en" sz="1100" b="1" i="0" u="none" strike="noStrike" cap="none">
                <a:solidFill>
                  <a:schemeClr val="hlink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2"/>
              </a:rPr>
              <a:t>Slidesgo</a:t>
            </a:r>
            <a:r>
              <a:rPr lang="en" sz="11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</a:t>
            </a:r>
            <a:r>
              <a:rPr lang="en" sz="11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and includes icons by </a:t>
            </a:r>
            <a:r>
              <a:rPr lang="en" sz="1100" b="1" i="0" u="none" strike="noStrike" cap="none">
                <a:solidFill>
                  <a:schemeClr val="hlink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3"/>
              </a:rPr>
              <a:t>Flaticon</a:t>
            </a:r>
            <a:r>
              <a:rPr lang="en" sz="11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</a:t>
            </a:r>
            <a:r>
              <a:rPr lang="en" sz="11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and infographics &amp; images by </a:t>
            </a:r>
            <a:r>
              <a:rPr lang="en" sz="1100" b="1" i="0" u="none" strike="noStrike" cap="none">
                <a:solidFill>
                  <a:schemeClr val="hlink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4"/>
              </a:rPr>
              <a:t>Freepik</a:t>
            </a:r>
            <a:endParaRPr sz="1100" b="1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2"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55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AND_BODY_1"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56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0" name="Google Shape;660;p56"/>
          <p:cNvGrpSpPr/>
          <p:nvPr/>
        </p:nvGrpSpPr>
        <p:grpSpPr>
          <a:xfrm>
            <a:off x="-622550" y="0"/>
            <a:ext cx="10338825" cy="5143460"/>
            <a:chOff x="-622550" y="0"/>
            <a:chExt cx="10338825" cy="5143460"/>
          </a:xfrm>
        </p:grpSpPr>
        <p:sp>
          <p:nvSpPr>
            <p:cNvPr id="661" name="Google Shape;661;p56"/>
            <p:cNvSpPr/>
            <p:nvPr/>
          </p:nvSpPr>
          <p:spPr>
            <a:xfrm rot="10800000" flipH="1">
              <a:off x="-513887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56"/>
            <p:cNvSpPr/>
            <p:nvPr/>
          </p:nvSpPr>
          <p:spPr>
            <a:xfrm rot="10800000">
              <a:off x="835143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56"/>
            <p:cNvSpPr/>
            <p:nvPr/>
          </p:nvSpPr>
          <p:spPr>
            <a:xfrm rot="10800000">
              <a:off x="84713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56"/>
            <p:cNvSpPr/>
            <p:nvPr/>
          </p:nvSpPr>
          <p:spPr>
            <a:xfrm rot="10800000" flipH="1">
              <a:off x="-62255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TITLE_ONLY_2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7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7" name="Google Shape;667;p57"/>
          <p:cNvGrpSpPr/>
          <p:nvPr/>
        </p:nvGrpSpPr>
        <p:grpSpPr>
          <a:xfrm>
            <a:off x="-277700" y="0"/>
            <a:ext cx="9421708" cy="5143460"/>
            <a:chOff x="-277700" y="0"/>
            <a:chExt cx="9421708" cy="5143460"/>
          </a:xfrm>
        </p:grpSpPr>
        <p:sp>
          <p:nvSpPr>
            <p:cNvPr id="668" name="Google Shape;668;p57"/>
            <p:cNvSpPr/>
            <p:nvPr/>
          </p:nvSpPr>
          <p:spPr>
            <a:xfrm flipH="1">
              <a:off x="8236400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57"/>
            <p:cNvSpPr/>
            <p:nvPr/>
          </p:nvSpPr>
          <p:spPr>
            <a:xfrm flipH="1">
              <a:off x="8380386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57"/>
            <p:cNvSpPr/>
            <p:nvPr/>
          </p:nvSpPr>
          <p:spPr>
            <a:xfrm rot="10800000" flipH="1">
              <a:off x="-133714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57"/>
            <p:cNvSpPr/>
            <p:nvPr/>
          </p:nvSpPr>
          <p:spPr>
            <a:xfrm rot="10800000" flipH="1">
              <a:off x="-277700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TITLE_ONLY_1_1_1"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8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4" name="Google Shape;674;p58"/>
          <p:cNvGrpSpPr/>
          <p:nvPr/>
        </p:nvGrpSpPr>
        <p:grpSpPr>
          <a:xfrm>
            <a:off x="-817348" y="-843882"/>
            <a:ext cx="10317923" cy="5987342"/>
            <a:chOff x="-817348" y="-843882"/>
            <a:chExt cx="10317923" cy="5987342"/>
          </a:xfrm>
        </p:grpSpPr>
        <p:sp>
          <p:nvSpPr>
            <p:cNvPr id="675" name="Google Shape;675;p58"/>
            <p:cNvSpPr/>
            <p:nvPr/>
          </p:nvSpPr>
          <p:spPr>
            <a:xfrm>
              <a:off x="-613573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58"/>
            <p:cNvSpPr/>
            <p:nvPr/>
          </p:nvSpPr>
          <p:spPr>
            <a:xfrm>
              <a:off x="86084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58"/>
            <p:cNvSpPr/>
            <p:nvPr/>
          </p:nvSpPr>
          <p:spPr>
            <a:xfrm>
              <a:off x="86738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58"/>
            <p:cNvSpPr/>
            <p:nvPr/>
          </p:nvSpPr>
          <p:spPr>
            <a:xfrm>
              <a:off x="-81734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58"/>
            <p:cNvSpPr/>
            <p:nvPr/>
          </p:nvSpPr>
          <p:spPr>
            <a:xfrm rot="5400000">
              <a:off x="5994125" y="-2615937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58"/>
            <p:cNvSpPr/>
            <p:nvPr/>
          </p:nvSpPr>
          <p:spPr>
            <a:xfrm rot="5400000">
              <a:off x="5994125" y="-2793162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5" name="Google Shape;685;p60"/>
          <p:cNvGrpSpPr/>
          <p:nvPr/>
        </p:nvGrpSpPr>
        <p:grpSpPr>
          <a:xfrm>
            <a:off x="-553550" y="-96"/>
            <a:ext cx="9697700" cy="5143556"/>
            <a:chOff x="-553550" y="-96"/>
            <a:chExt cx="9697700" cy="5143556"/>
          </a:xfrm>
        </p:grpSpPr>
        <p:sp>
          <p:nvSpPr>
            <p:cNvPr id="686" name="Google Shape;686;p60"/>
            <p:cNvSpPr/>
            <p:nvPr/>
          </p:nvSpPr>
          <p:spPr>
            <a:xfrm>
              <a:off x="220150" y="202988"/>
              <a:ext cx="8703853" cy="4737517"/>
            </a:xfrm>
            <a:custGeom>
              <a:avLst/>
              <a:gdLst/>
              <a:ahLst/>
              <a:cxnLst/>
              <a:rect l="l" t="t" r="r" b="b"/>
              <a:pathLst>
                <a:path w="165135" h="98894" extrusionOk="0">
                  <a:moveTo>
                    <a:pt x="164349" y="785"/>
                  </a:moveTo>
                  <a:lnTo>
                    <a:pt x="164349" y="98108"/>
                  </a:lnTo>
                  <a:lnTo>
                    <a:pt x="786" y="98108"/>
                  </a:lnTo>
                  <a:lnTo>
                    <a:pt x="786" y="785"/>
                  </a:lnTo>
                  <a:close/>
                  <a:moveTo>
                    <a:pt x="0" y="1"/>
                  </a:moveTo>
                  <a:lnTo>
                    <a:pt x="0" y="98893"/>
                  </a:lnTo>
                  <a:lnTo>
                    <a:pt x="165135" y="98893"/>
                  </a:lnTo>
                  <a:lnTo>
                    <a:pt x="165135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60"/>
            <p:cNvSpPr/>
            <p:nvPr/>
          </p:nvSpPr>
          <p:spPr>
            <a:xfrm>
              <a:off x="947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60"/>
            <p:cNvSpPr/>
            <p:nvPr/>
          </p:nvSpPr>
          <p:spPr>
            <a:xfrm rot="10800000">
              <a:off x="7804321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60"/>
            <p:cNvSpPr/>
            <p:nvPr/>
          </p:nvSpPr>
          <p:spPr>
            <a:xfrm rot="10800000">
              <a:off x="789925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60"/>
            <p:cNvSpPr/>
            <p:nvPr/>
          </p:nvSpPr>
          <p:spPr>
            <a:xfrm>
              <a:off x="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91" name="Google Shape;691;p60"/>
            <p:cNvGrpSpPr/>
            <p:nvPr/>
          </p:nvGrpSpPr>
          <p:grpSpPr>
            <a:xfrm>
              <a:off x="7899238" y="-96"/>
              <a:ext cx="892175" cy="5143457"/>
              <a:chOff x="-5506175" y="3090925"/>
              <a:chExt cx="892175" cy="2837300"/>
            </a:xfrm>
          </p:grpSpPr>
          <p:sp>
            <p:nvSpPr>
              <p:cNvPr id="692" name="Google Shape;692;p60"/>
              <p:cNvSpPr/>
              <p:nvPr/>
            </p:nvSpPr>
            <p:spPr>
              <a:xfrm>
                <a:off x="-5506175" y="3090925"/>
                <a:ext cx="826775" cy="2837300"/>
              </a:xfrm>
              <a:custGeom>
                <a:avLst/>
                <a:gdLst/>
                <a:ahLst/>
                <a:cxnLst/>
                <a:rect l="l" t="t" r="r" b="b"/>
                <a:pathLst>
                  <a:path w="33071" h="113492" extrusionOk="0">
                    <a:moveTo>
                      <a:pt x="31762" y="0"/>
                    </a:moveTo>
                    <a:lnTo>
                      <a:pt x="31248" y="104"/>
                    </a:lnTo>
                    <a:cubicBezTo>
                      <a:pt x="32539" y="6528"/>
                      <a:pt x="31701" y="14028"/>
                      <a:pt x="28823" y="21792"/>
                    </a:cubicBezTo>
                    <a:cubicBezTo>
                      <a:pt x="25930" y="29591"/>
                      <a:pt x="21272" y="36651"/>
                      <a:pt x="16764" y="43481"/>
                    </a:cubicBezTo>
                    <a:lnTo>
                      <a:pt x="15934" y="44740"/>
                    </a:lnTo>
                    <a:cubicBezTo>
                      <a:pt x="11207" y="51911"/>
                      <a:pt x="6364" y="59625"/>
                      <a:pt x="3615" y="68158"/>
                    </a:cubicBezTo>
                    <a:cubicBezTo>
                      <a:pt x="1007" y="76264"/>
                      <a:pt x="1" y="84761"/>
                      <a:pt x="623" y="93408"/>
                    </a:cubicBezTo>
                    <a:cubicBezTo>
                      <a:pt x="1123" y="100370"/>
                      <a:pt x="2690" y="107127"/>
                      <a:pt x="5278" y="113492"/>
                    </a:cubicBezTo>
                    <a:lnTo>
                      <a:pt x="5761" y="113293"/>
                    </a:lnTo>
                    <a:cubicBezTo>
                      <a:pt x="3193" y="106980"/>
                      <a:pt x="1641" y="100277"/>
                      <a:pt x="1145" y="93368"/>
                    </a:cubicBezTo>
                    <a:cubicBezTo>
                      <a:pt x="528" y="84789"/>
                      <a:pt x="1525" y="76360"/>
                      <a:pt x="4111" y="68320"/>
                    </a:cubicBezTo>
                    <a:cubicBezTo>
                      <a:pt x="6840" y="59849"/>
                      <a:pt x="11662" y="52167"/>
                      <a:pt x="16369" y="45027"/>
                    </a:cubicBezTo>
                    <a:lnTo>
                      <a:pt x="17201" y="43767"/>
                    </a:lnTo>
                    <a:cubicBezTo>
                      <a:pt x="21724" y="36913"/>
                      <a:pt x="26398" y="29829"/>
                      <a:pt x="29312" y="21973"/>
                    </a:cubicBezTo>
                    <a:cubicBezTo>
                      <a:pt x="32224" y="14119"/>
                      <a:pt x="33070" y="6521"/>
                      <a:pt x="3176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60"/>
              <p:cNvSpPr/>
              <p:nvPr/>
            </p:nvSpPr>
            <p:spPr>
              <a:xfrm>
                <a:off x="-5440775" y="3090925"/>
                <a:ext cx="826775" cy="2837300"/>
              </a:xfrm>
              <a:custGeom>
                <a:avLst/>
                <a:gdLst/>
                <a:ahLst/>
                <a:cxnLst/>
                <a:rect l="l" t="t" r="r" b="b"/>
                <a:pathLst>
                  <a:path w="33071" h="113492" extrusionOk="0">
                    <a:moveTo>
                      <a:pt x="31761" y="0"/>
                    </a:moveTo>
                    <a:lnTo>
                      <a:pt x="31248" y="104"/>
                    </a:lnTo>
                    <a:cubicBezTo>
                      <a:pt x="32538" y="6528"/>
                      <a:pt x="31700" y="14028"/>
                      <a:pt x="28822" y="21792"/>
                    </a:cubicBezTo>
                    <a:cubicBezTo>
                      <a:pt x="25930" y="29591"/>
                      <a:pt x="21271" y="36651"/>
                      <a:pt x="16764" y="43481"/>
                    </a:cubicBezTo>
                    <a:lnTo>
                      <a:pt x="15933" y="44740"/>
                    </a:lnTo>
                    <a:cubicBezTo>
                      <a:pt x="11207" y="51911"/>
                      <a:pt x="6363" y="59625"/>
                      <a:pt x="3614" y="68158"/>
                    </a:cubicBezTo>
                    <a:cubicBezTo>
                      <a:pt x="1007" y="76264"/>
                      <a:pt x="0" y="84761"/>
                      <a:pt x="623" y="93408"/>
                    </a:cubicBezTo>
                    <a:cubicBezTo>
                      <a:pt x="1123" y="100370"/>
                      <a:pt x="2690" y="107127"/>
                      <a:pt x="5277" y="113492"/>
                    </a:cubicBezTo>
                    <a:lnTo>
                      <a:pt x="5761" y="113295"/>
                    </a:lnTo>
                    <a:cubicBezTo>
                      <a:pt x="3193" y="106983"/>
                      <a:pt x="1641" y="100278"/>
                      <a:pt x="1145" y="93369"/>
                    </a:cubicBezTo>
                    <a:cubicBezTo>
                      <a:pt x="525" y="84789"/>
                      <a:pt x="1525" y="76362"/>
                      <a:pt x="4111" y="68320"/>
                    </a:cubicBezTo>
                    <a:cubicBezTo>
                      <a:pt x="6840" y="59849"/>
                      <a:pt x="11662" y="52167"/>
                      <a:pt x="16369" y="45027"/>
                    </a:cubicBezTo>
                    <a:lnTo>
                      <a:pt x="17201" y="43767"/>
                    </a:lnTo>
                    <a:cubicBezTo>
                      <a:pt x="21724" y="36913"/>
                      <a:pt x="26398" y="29829"/>
                      <a:pt x="29312" y="21973"/>
                    </a:cubicBezTo>
                    <a:cubicBezTo>
                      <a:pt x="32224" y="14119"/>
                      <a:pt x="33070" y="6521"/>
                      <a:pt x="3176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94" name="Google Shape;694;p60"/>
            <p:cNvSpPr/>
            <p:nvPr/>
          </p:nvSpPr>
          <p:spPr>
            <a:xfrm>
              <a:off x="-55355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5" name="Google Shape;695;p60"/>
          <p:cNvSpPr txBox="1">
            <a:spLocks noGrp="1"/>
          </p:cNvSpPr>
          <p:nvPr>
            <p:ph type="subTitle" idx="1"/>
          </p:nvPr>
        </p:nvSpPr>
        <p:spPr>
          <a:xfrm rot="-572">
            <a:off x="2767875" y="3652707"/>
            <a:ext cx="36084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96" name="Google Shape;696;p60"/>
          <p:cNvSpPr txBox="1">
            <a:spLocks noGrp="1"/>
          </p:cNvSpPr>
          <p:nvPr>
            <p:ph type="ctrTitle"/>
          </p:nvPr>
        </p:nvSpPr>
        <p:spPr>
          <a:xfrm>
            <a:off x="1151850" y="1021216"/>
            <a:ext cx="6782400" cy="247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1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61"/>
          <p:cNvSpPr txBox="1">
            <a:spLocks noGrp="1"/>
          </p:cNvSpPr>
          <p:nvPr>
            <p:ph type="title" hasCustomPrompt="1"/>
          </p:nvPr>
        </p:nvSpPr>
        <p:spPr>
          <a:xfrm>
            <a:off x="2713250" y="1089763"/>
            <a:ext cx="1127100" cy="10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00" name="Google Shape;700;p61"/>
          <p:cNvSpPr txBox="1">
            <a:spLocks noGrp="1"/>
          </p:cNvSpPr>
          <p:nvPr>
            <p:ph type="subTitle" idx="1"/>
          </p:nvPr>
        </p:nvSpPr>
        <p:spPr>
          <a:xfrm rot="263">
            <a:off x="1314500" y="3590096"/>
            <a:ext cx="3924600" cy="4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1" name="Google Shape;701;p61"/>
          <p:cNvSpPr txBox="1">
            <a:spLocks noGrp="1"/>
          </p:cNvSpPr>
          <p:nvPr>
            <p:ph type="title" idx="2"/>
          </p:nvPr>
        </p:nvSpPr>
        <p:spPr>
          <a:xfrm>
            <a:off x="1314500" y="2445065"/>
            <a:ext cx="3924600" cy="9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702" name="Google Shape;702;p61"/>
          <p:cNvGrpSpPr/>
          <p:nvPr/>
        </p:nvGrpSpPr>
        <p:grpSpPr>
          <a:xfrm>
            <a:off x="0" y="-886755"/>
            <a:ext cx="9139375" cy="6030213"/>
            <a:chOff x="0" y="-886755"/>
            <a:chExt cx="9139375" cy="6030213"/>
          </a:xfrm>
        </p:grpSpPr>
        <p:sp>
          <p:nvSpPr>
            <p:cNvPr id="703" name="Google Shape;703;p61"/>
            <p:cNvSpPr/>
            <p:nvPr/>
          </p:nvSpPr>
          <p:spPr>
            <a:xfrm rot="-5400000" flipH="1">
              <a:off x="1801635" y="-2517072"/>
              <a:ext cx="154019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04" name="Google Shape;704;p61"/>
            <p:cNvGrpSpPr/>
            <p:nvPr/>
          </p:nvGrpSpPr>
          <p:grpSpPr>
            <a:xfrm>
              <a:off x="6341825" y="-10"/>
              <a:ext cx="2797550" cy="5143467"/>
              <a:chOff x="6341825" y="-10"/>
              <a:chExt cx="2797550" cy="5143467"/>
            </a:xfrm>
          </p:grpSpPr>
          <p:sp>
            <p:nvSpPr>
              <p:cNvPr id="705" name="Google Shape;705;p61"/>
              <p:cNvSpPr/>
              <p:nvPr/>
            </p:nvSpPr>
            <p:spPr>
              <a:xfrm rot="10800000">
                <a:off x="6373623" y="-10"/>
                <a:ext cx="2188410" cy="5143460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61"/>
              <p:cNvSpPr/>
              <p:nvPr/>
            </p:nvSpPr>
            <p:spPr>
              <a:xfrm>
                <a:off x="6341825" y="0"/>
                <a:ext cx="1594188" cy="5143457"/>
              </a:xfrm>
              <a:custGeom>
                <a:avLst/>
                <a:gdLst/>
                <a:ahLst/>
                <a:cxnLst/>
                <a:rect l="l" t="t" r="r" b="b"/>
                <a:pathLst>
                  <a:path w="33071" h="113492" extrusionOk="0">
                    <a:moveTo>
                      <a:pt x="31762" y="0"/>
                    </a:moveTo>
                    <a:lnTo>
                      <a:pt x="31248" y="104"/>
                    </a:lnTo>
                    <a:cubicBezTo>
                      <a:pt x="32539" y="6528"/>
                      <a:pt x="31701" y="14028"/>
                      <a:pt x="28823" y="21792"/>
                    </a:cubicBezTo>
                    <a:cubicBezTo>
                      <a:pt x="25930" y="29591"/>
                      <a:pt x="21272" y="36651"/>
                      <a:pt x="16764" y="43481"/>
                    </a:cubicBezTo>
                    <a:lnTo>
                      <a:pt x="15934" y="44740"/>
                    </a:lnTo>
                    <a:cubicBezTo>
                      <a:pt x="11207" y="51911"/>
                      <a:pt x="6364" y="59625"/>
                      <a:pt x="3615" y="68158"/>
                    </a:cubicBezTo>
                    <a:cubicBezTo>
                      <a:pt x="1007" y="76264"/>
                      <a:pt x="1" y="84761"/>
                      <a:pt x="623" y="93408"/>
                    </a:cubicBezTo>
                    <a:cubicBezTo>
                      <a:pt x="1123" y="100370"/>
                      <a:pt x="2690" y="107127"/>
                      <a:pt x="5278" y="113492"/>
                    </a:cubicBezTo>
                    <a:lnTo>
                      <a:pt x="5761" y="113293"/>
                    </a:lnTo>
                    <a:cubicBezTo>
                      <a:pt x="3193" y="106980"/>
                      <a:pt x="1641" y="100277"/>
                      <a:pt x="1145" y="93368"/>
                    </a:cubicBezTo>
                    <a:cubicBezTo>
                      <a:pt x="528" y="84789"/>
                      <a:pt x="1525" y="76360"/>
                      <a:pt x="4111" y="68320"/>
                    </a:cubicBezTo>
                    <a:cubicBezTo>
                      <a:pt x="6840" y="59849"/>
                      <a:pt x="11662" y="52167"/>
                      <a:pt x="16369" y="45027"/>
                    </a:cubicBezTo>
                    <a:lnTo>
                      <a:pt x="17201" y="43767"/>
                    </a:lnTo>
                    <a:cubicBezTo>
                      <a:pt x="21724" y="36913"/>
                      <a:pt x="26398" y="29829"/>
                      <a:pt x="29312" y="21973"/>
                    </a:cubicBezTo>
                    <a:cubicBezTo>
                      <a:pt x="32224" y="14119"/>
                      <a:pt x="33070" y="6521"/>
                      <a:pt x="3176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61"/>
              <p:cNvSpPr/>
              <p:nvPr/>
            </p:nvSpPr>
            <p:spPr>
              <a:xfrm>
                <a:off x="6467927" y="0"/>
                <a:ext cx="1594188" cy="5143457"/>
              </a:xfrm>
              <a:custGeom>
                <a:avLst/>
                <a:gdLst/>
                <a:ahLst/>
                <a:cxnLst/>
                <a:rect l="l" t="t" r="r" b="b"/>
                <a:pathLst>
                  <a:path w="33071" h="113492" extrusionOk="0">
                    <a:moveTo>
                      <a:pt x="31761" y="0"/>
                    </a:moveTo>
                    <a:lnTo>
                      <a:pt x="31248" y="104"/>
                    </a:lnTo>
                    <a:cubicBezTo>
                      <a:pt x="32538" y="6528"/>
                      <a:pt x="31700" y="14028"/>
                      <a:pt x="28822" y="21792"/>
                    </a:cubicBezTo>
                    <a:cubicBezTo>
                      <a:pt x="25930" y="29591"/>
                      <a:pt x="21271" y="36651"/>
                      <a:pt x="16764" y="43481"/>
                    </a:cubicBezTo>
                    <a:lnTo>
                      <a:pt x="15933" y="44740"/>
                    </a:lnTo>
                    <a:cubicBezTo>
                      <a:pt x="11207" y="51911"/>
                      <a:pt x="6363" y="59625"/>
                      <a:pt x="3614" y="68158"/>
                    </a:cubicBezTo>
                    <a:cubicBezTo>
                      <a:pt x="1007" y="76264"/>
                      <a:pt x="0" y="84761"/>
                      <a:pt x="623" y="93408"/>
                    </a:cubicBezTo>
                    <a:cubicBezTo>
                      <a:pt x="1123" y="100370"/>
                      <a:pt x="2690" y="107127"/>
                      <a:pt x="5277" y="113492"/>
                    </a:cubicBezTo>
                    <a:lnTo>
                      <a:pt x="5761" y="113295"/>
                    </a:lnTo>
                    <a:cubicBezTo>
                      <a:pt x="3193" y="106983"/>
                      <a:pt x="1641" y="100278"/>
                      <a:pt x="1145" y="93369"/>
                    </a:cubicBezTo>
                    <a:cubicBezTo>
                      <a:pt x="525" y="84789"/>
                      <a:pt x="1525" y="76362"/>
                      <a:pt x="4111" y="68320"/>
                    </a:cubicBezTo>
                    <a:cubicBezTo>
                      <a:pt x="6840" y="59849"/>
                      <a:pt x="11662" y="52167"/>
                      <a:pt x="16369" y="45027"/>
                    </a:cubicBezTo>
                    <a:lnTo>
                      <a:pt x="17201" y="43767"/>
                    </a:lnTo>
                    <a:cubicBezTo>
                      <a:pt x="21724" y="36913"/>
                      <a:pt x="26398" y="29829"/>
                      <a:pt x="29312" y="21973"/>
                    </a:cubicBezTo>
                    <a:cubicBezTo>
                      <a:pt x="32224" y="14119"/>
                      <a:pt x="33070" y="6521"/>
                      <a:pt x="3176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61"/>
              <p:cNvSpPr/>
              <p:nvPr/>
            </p:nvSpPr>
            <p:spPr>
              <a:xfrm rot="10800000">
                <a:off x="6950965" y="-10"/>
                <a:ext cx="2188410" cy="5143460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09" name="Google Shape;709;p61"/>
            <p:cNvSpPr/>
            <p:nvPr/>
          </p:nvSpPr>
          <p:spPr>
            <a:xfrm rot="-5400000" flipH="1">
              <a:off x="1801635" y="-2688390"/>
              <a:ext cx="154019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62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6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13" name="Google Shape;713;p62"/>
          <p:cNvSpPr txBox="1">
            <a:spLocks noGrp="1"/>
          </p:cNvSpPr>
          <p:nvPr>
            <p:ph type="body" idx="1"/>
          </p:nvPr>
        </p:nvSpPr>
        <p:spPr>
          <a:xfrm>
            <a:off x="720000" y="1403100"/>
            <a:ext cx="7704000" cy="9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714" name="Google Shape;714;p62"/>
          <p:cNvGrpSpPr/>
          <p:nvPr/>
        </p:nvGrpSpPr>
        <p:grpSpPr>
          <a:xfrm>
            <a:off x="-622550" y="0"/>
            <a:ext cx="10338825" cy="5143460"/>
            <a:chOff x="-622550" y="0"/>
            <a:chExt cx="10338825" cy="5143460"/>
          </a:xfrm>
        </p:grpSpPr>
        <p:sp>
          <p:nvSpPr>
            <p:cNvPr id="715" name="Google Shape;715;p62"/>
            <p:cNvSpPr/>
            <p:nvPr/>
          </p:nvSpPr>
          <p:spPr>
            <a:xfrm rot="10800000" flipH="1">
              <a:off x="-513887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62"/>
            <p:cNvSpPr/>
            <p:nvPr/>
          </p:nvSpPr>
          <p:spPr>
            <a:xfrm rot="10800000">
              <a:off x="835143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62"/>
            <p:cNvSpPr/>
            <p:nvPr/>
          </p:nvSpPr>
          <p:spPr>
            <a:xfrm rot="10800000">
              <a:off x="84713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62"/>
            <p:cNvSpPr/>
            <p:nvPr/>
          </p:nvSpPr>
          <p:spPr>
            <a:xfrm rot="10800000" flipH="1">
              <a:off x="-62255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63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63"/>
          <p:cNvSpPr txBox="1">
            <a:spLocks noGrp="1"/>
          </p:cNvSpPr>
          <p:nvPr>
            <p:ph type="subTitle" idx="1"/>
          </p:nvPr>
        </p:nvSpPr>
        <p:spPr>
          <a:xfrm>
            <a:off x="2007825" y="2739325"/>
            <a:ext cx="2334000" cy="16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22" name="Google Shape;722;p63"/>
          <p:cNvSpPr txBox="1">
            <a:spLocks noGrp="1"/>
          </p:cNvSpPr>
          <p:nvPr>
            <p:ph type="subTitle" idx="2"/>
          </p:nvPr>
        </p:nvSpPr>
        <p:spPr>
          <a:xfrm>
            <a:off x="4802163" y="2739455"/>
            <a:ext cx="2334000" cy="16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23" name="Google Shape;723;p63"/>
          <p:cNvSpPr txBox="1">
            <a:spLocks noGrp="1"/>
          </p:cNvSpPr>
          <p:nvPr>
            <p:ph type="subTitle" idx="3"/>
          </p:nvPr>
        </p:nvSpPr>
        <p:spPr>
          <a:xfrm>
            <a:off x="2007825" y="2410825"/>
            <a:ext cx="23340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724" name="Google Shape;724;p63"/>
          <p:cNvSpPr txBox="1">
            <a:spLocks noGrp="1"/>
          </p:cNvSpPr>
          <p:nvPr>
            <p:ph type="subTitle" idx="4"/>
          </p:nvPr>
        </p:nvSpPr>
        <p:spPr>
          <a:xfrm>
            <a:off x="4802163" y="2410825"/>
            <a:ext cx="23340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725" name="Google Shape;725;p6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26" name="Google Shape;726;p63"/>
          <p:cNvGrpSpPr/>
          <p:nvPr/>
        </p:nvGrpSpPr>
        <p:grpSpPr>
          <a:xfrm>
            <a:off x="-7672" y="0"/>
            <a:ext cx="9151660" cy="5143460"/>
            <a:chOff x="-7672" y="0"/>
            <a:chExt cx="9151660" cy="5143460"/>
          </a:xfrm>
        </p:grpSpPr>
        <p:sp>
          <p:nvSpPr>
            <p:cNvPr id="727" name="Google Shape;727;p63"/>
            <p:cNvSpPr/>
            <p:nvPr/>
          </p:nvSpPr>
          <p:spPr>
            <a:xfrm>
              <a:off x="76706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63"/>
            <p:cNvSpPr/>
            <p:nvPr/>
          </p:nvSpPr>
          <p:spPr>
            <a:xfrm>
              <a:off x="77360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63"/>
            <p:cNvSpPr/>
            <p:nvPr/>
          </p:nvSpPr>
          <p:spPr>
            <a:xfrm flipH="1">
              <a:off x="57665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63"/>
            <p:cNvSpPr/>
            <p:nvPr/>
          </p:nvSpPr>
          <p:spPr>
            <a:xfrm flipH="1">
              <a:off x="51125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63"/>
            <p:cNvSpPr/>
            <p:nvPr/>
          </p:nvSpPr>
          <p:spPr>
            <a:xfrm rot="10800000">
              <a:off x="7741029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63"/>
            <p:cNvSpPr/>
            <p:nvPr/>
          </p:nvSpPr>
          <p:spPr>
            <a:xfrm rot="10800000">
              <a:off x="789908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63"/>
            <p:cNvSpPr/>
            <p:nvPr/>
          </p:nvSpPr>
          <p:spPr>
            <a:xfrm rot="10800000" flipH="1">
              <a:off x="170917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63"/>
            <p:cNvSpPr/>
            <p:nvPr/>
          </p:nvSpPr>
          <p:spPr>
            <a:xfrm rot="10800000" flipH="1">
              <a:off x="-7672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64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6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38" name="Google Shape;738;p64"/>
          <p:cNvGrpSpPr/>
          <p:nvPr/>
        </p:nvGrpSpPr>
        <p:grpSpPr>
          <a:xfrm>
            <a:off x="-277700" y="0"/>
            <a:ext cx="9421707" cy="5143460"/>
            <a:chOff x="-277700" y="0"/>
            <a:chExt cx="9421707" cy="5143460"/>
          </a:xfrm>
        </p:grpSpPr>
        <p:sp>
          <p:nvSpPr>
            <p:cNvPr id="739" name="Google Shape;739;p64"/>
            <p:cNvSpPr/>
            <p:nvPr/>
          </p:nvSpPr>
          <p:spPr>
            <a:xfrm flipH="1">
              <a:off x="8236400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64"/>
            <p:cNvSpPr/>
            <p:nvPr/>
          </p:nvSpPr>
          <p:spPr>
            <a:xfrm flipH="1">
              <a:off x="8380386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64"/>
            <p:cNvSpPr/>
            <p:nvPr/>
          </p:nvSpPr>
          <p:spPr>
            <a:xfrm rot="10800000" flipH="1">
              <a:off x="-133714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64"/>
            <p:cNvSpPr/>
            <p:nvPr/>
          </p:nvSpPr>
          <p:spPr>
            <a:xfrm rot="10800000" flipH="1">
              <a:off x="-277700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5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65"/>
          <p:cNvSpPr txBox="1">
            <a:spLocks noGrp="1"/>
          </p:cNvSpPr>
          <p:nvPr>
            <p:ph type="subTitle" idx="1"/>
          </p:nvPr>
        </p:nvSpPr>
        <p:spPr>
          <a:xfrm rot="-458">
            <a:off x="2320200" y="1927775"/>
            <a:ext cx="4503600" cy="20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46" name="Google Shape;746;p6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47" name="Google Shape;747;p65"/>
          <p:cNvGrpSpPr/>
          <p:nvPr/>
        </p:nvGrpSpPr>
        <p:grpSpPr>
          <a:xfrm>
            <a:off x="-3776" y="0"/>
            <a:ext cx="9147766" cy="5143460"/>
            <a:chOff x="-3776" y="0"/>
            <a:chExt cx="9147766" cy="5143460"/>
          </a:xfrm>
        </p:grpSpPr>
        <p:sp>
          <p:nvSpPr>
            <p:cNvPr id="748" name="Google Shape;748;p65"/>
            <p:cNvSpPr/>
            <p:nvPr/>
          </p:nvSpPr>
          <p:spPr>
            <a:xfrm>
              <a:off x="7333375" y="0"/>
              <a:ext cx="121213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65"/>
            <p:cNvSpPr/>
            <p:nvPr/>
          </p:nvSpPr>
          <p:spPr>
            <a:xfrm>
              <a:off x="7429258" y="0"/>
              <a:ext cx="121213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65"/>
            <p:cNvSpPr/>
            <p:nvPr/>
          </p:nvSpPr>
          <p:spPr>
            <a:xfrm>
              <a:off x="401123" y="0"/>
              <a:ext cx="1308016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65"/>
            <p:cNvSpPr/>
            <p:nvPr/>
          </p:nvSpPr>
          <p:spPr>
            <a:xfrm>
              <a:off x="0" y="0"/>
              <a:ext cx="1308016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65"/>
            <p:cNvSpPr/>
            <p:nvPr/>
          </p:nvSpPr>
          <p:spPr>
            <a:xfrm rot="10800000">
              <a:off x="7434850" y="0"/>
              <a:ext cx="1308016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65"/>
            <p:cNvSpPr/>
            <p:nvPr/>
          </p:nvSpPr>
          <p:spPr>
            <a:xfrm rot="10800000">
              <a:off x="7835973" y="0"/>
              <a:ext cx="1308016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65"/>
            <p:cNvSpPr/>
            <p:nvPr/>
          </p:nvSpPr>
          <p:spPr>
            <a:xfrm>
              <a:off x="-3776" y="0"/>
              <a:ext cx="954181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65"/>
            <p:cNvSpPr/>
            <p:nvPr/>
          </p:nvSpPr>
          <p:spPr>
            <a:xfrm>
              <a:off x="71701" y="0"/>
              <a:ext cx="954181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6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66"/>
          <p:cNvSpPr txBox="1">
            <a:spLocks noGrp="1"/>
          </p:cNvSpPr>
          <p:nvPr>
            <p:ph type="title"/>
          </p:nvPr>
        </p:nvSpPr>
        <p:spPr>
          <a:xfrm>
            <a:off x="1771200" y="1256250"/>
            <a:ext cx="5601600" cy="263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759" name="Google Shape;759;p66"/>
          <p:cNvGrpSpPr/>
          <p:nvPr/>
        </p:nvGrpSpPr>
        <p:grpSpPr>
          <a:xfrm>
            <a:off x="7300" y="0"/>
            <a:ext cx="9129400" cy="5143460"/>
            <a:chOff x="7300" y="0"/>
            <a:chExt cx="9129400" cy="5143460"/>
          </a:xfrm>
        </p:grpSpPr>
        <p:sp>
          <p:nvSpPr>
            <p:cNvPr id="760" name="Google Shape;760;p66"/>
            <p:cNvSpPr/>
            <p:nvPr/>
          </p:nvSpPr>
          <p:spPr>
            <a:xfrm>
              <a:off x="1878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66"/>
            <p:cNvSpPr/>
            <p:nvPr/>
          </p:nvSpPr>
          <p:spPr>
            <a:xfrm>
              <a:off x="7679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66"/>
            <p:cNvSpPr/>
            <p:nvPr/>
          </p:nvSpPr>
          <p:spPr>
            <a:xfrm>
              <a:off x="8333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66"/>
            <p:cNvSpPr/>
            <p:nvPr/>
          </p:nvSpPr>
          <p:spPr>
            <a:xfrm>
              <a:off x="73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66"/>
            <p:cNvSpPr/>
            <p:nvPr/>
          </p:nvSpPr>
          <p:spPr>
            <a:xfrm rot="10800000">
              <a:off x="77113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66"/>
            <p:cNvSpPr/>
            <p:nvPr/>
          </p:nvSpPr>
          <p:spPr>
            <a:xfrm rot="10800000">
              <a:off x="7549300" y="3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66"/>
            <p:cNvSpPr/>
            <p:nvPr/>
          </p:nvSpPr>
          <p:spPr>
            <a:xfrm rot="10800000">
              <a:off x="7483900" y="3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66"/>
            <p:cNvSpPr/>
            <p:nvPr/>
          </p:nvSpPr>
          <p:spPr>
            <a:xfrm rot="10800000">
              <a:off x="78918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67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67"/>
          <p:cNvSpPr txBox="1">
            <a:spLocks noGrp="1"/>
          </p:cNvSpPr>
          <p:nvPr>
            <p:ph type="title"/>
          </p:nvPr>
        </p:nvSpPr>
        <p:spPr>
          <a:xfrm>
            <a:off x="1427925" y="1425538"/>
            <a:ext cx="62883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71" name="Google Shape;771;p67"/>
          <p:cNvSpPr txBox="1">
            <a:spLocks noGrp="1"/>
          </p:cNvSpPr>
          <p:nvPr>
            <p:ph type="subTitle" idx="1"/>
          </p:nvPr>
        </p:nvSpPr>
        <p:spPr>
          <a:xfrm>
            <a:off x="1823199" y="2619663"/>
            <a:ext cx="5497500" cy="116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72" name="Google Shape;772;p67"/>
          <p:cNvGrpSpPr/>
          <p:nvPr/>
        </p:nvGrpSpPr>
        <p:grpSpPr>
          <a:xfrm>
            <a:off x="-264725" y="0"/>
            <a:ext cx="9409900" cy="5143460"/>
            <a:chOff x="-264725" y="0"/>
            <a:chExt cx="9409900" cy="5143460"/>
          </a:xfrm>
        </p:grpSpPr>
        <p:sp>
          <p:nvSpPr>
            <p:cNvPr id="773" name="Google Shape;773;p67"/>
            <p:cNvSpPr/>
            <p:nvPr/>
          </p:nvSpPr>
          <p:spPr>
            <a:xfrm rot="5400000">
              <a:off x="4158689" y="-3625742"/>
              <a:ext cx="826775" cy="8852660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67"/>
            <p:cNvSpPr/>
            <p:nvPr/>
          </p:nvSpPr>
          <p:spPr>
            <a:xfrm rot="5400000">
              <a:off x="4158689" y="-3560342"/>
              <a:ext cx="826775" cy="8852660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67"/>
            <p:cNvSpPr/>
            <p:nvPr/>
          </p:nvSpPr>
          <p:spPr>
            <a:xfrm>
              <a:off x="-41841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67"/>
            <p:cNvSpPr/>
            <p:nvPr/>
          </p:nvSpPr>
          <p:spPr>
            <a:xfrm>
              <a:off x="-26472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67"/>
            <p:cNvSpPr/>
            <p:nvPr/>
          </p:nvSpPr>
          <p:spPr>
            <a:xfrm rot="10800000">
              <a:off x="7688434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67"/>
            <p:cNvSpPr/>
            <p:nvPr/>
          </p:nvSpPr>
          <p:spPr>
            <a:xfrm rot="10800000">
              <a:off x="79002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dk2"/>
        </a:solidFill>
        <a:effectLst/>
      </p:bgPr>
    </p:bg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8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68"/>
          <p:cNvSpPr txBox="1">
            <a:spLocks noGrp="1"/>
          </p:cNvSpPr>
          <p:nvPr>
            <p:ph type="title"/>
          </p:nvPr>
        </p:nvSpPr>
        <p:spPr>
          <a:xfrm>
            <a:off x="1240375" y="3923775"/>
            <a:ext cx="6663300" cy="50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82" name="Google Shape;782;p68"/>
          <p:cNvGrpSpPr/>
          <p:nvPr/>
        </p:nvGrpSpPr>
        <p:grpSpPr>
          <a:xfrm>
            <a:off x="130" y="-362376"/>
            <a:ext cx="9143866" cy="1606682"/>
            <a:chOff x="130" y="-362376"/>
            <a:chExt cx="9143866" cy="1606682"/>
          </a:xfrm>
        </p:grpSpPr>
        <p:sp>
          <p:nvSpPr>
            <p:cNvPr id="783" name="Google Shape;783;p68"/>
            <p:cNvSpPr/>
            <p:nvPr/>
          </p:nvSpPr>
          <p:spPr>
            <a:xfrm rot="5400000">
              <a:off x="3873052" y="-4026637"/>
              <a:ext cx="1398023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68"/>
            <p:cNvSpPr/>
            <p:nvPr/>
          </p:nvSpPr>
          <p:spPr>
            <a:xfrm rot="5400000">
              <a:off x="3873052" y="-4235297"/>
              <a:ext cx="1398023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9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69"/>
          <p:cNvSpPr txBox="1">
            <a:spLocks noGrp="1"/>
          </p:cNvSpPr>
          <p:nvPr>
            <p:ph type="subTitle" idx="1"/>
          </p:nvPr>
        </p:nvSpPr>
        <p:spPr>
          <a:xfrm>
            <a:off x="2493650" y="2447875"/>
            <a:ext cx="4157100" cy="4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88" name="Google Shape;788;p69"/>
          <p:cNvSpPr txBox="1">
            <a:spLocks noGrp="1"/>
          </p:cNvSpPr>
          <p:nvPr>
            <p:ph type="title" hasCustomPrompt="1"/>
          </p:nvPr>
        </p:nvSpPr>
        <p:spPr>
          <a:xfrm rot="393">
            <a:off x="1944451" y="705625"/>
            <a:ext cx="5255100" cy="14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grpSp>
        <p:nvGrpSpPr>
          <p:cNvPr id="789" name="Google Shape;789;p69"/>
          <p:cNvGrpSpPr/>
          <p:nvPr/>
        </p:nvGrpSpPr>
        <p:grpSpPr>
          <a:xfrm>
            <a:off x="-6" y="-740571"/>
            <a:ext cx="9143866" cy="5884073"/>
            <a:chOff x="-6" y="-740571"/>
            <a:chExt cx="9143866" cy="5884073"/>
          </a:xfrm>
        </p:grpSpPr>
        <p:sp>
          <p:nvSpPr>
            <p:cNvPr id="790" name="Google Shape;790;p69"/>
            <p:cNvSpPr/>
            <p:nvPr/>
          </p:nvSpPr>
          <p:spPr>
            <a:xfrm>
              <a:off x="7721475" y="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69"/>
            <p:cNvSpPr/>
            <p:nvPr/>
          </p:nvSpPr>
          <p:spPr>
            <a:xfrm>
              <a:off x="7786875" y="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69"/>
            <p:cNvSpPr/>
            <p:nvPr/>
          </p:nvSpPr>
          <p:spPr>
            <a:xfrm rot="-5400000">
              <a:off x="3747305" y="-528380"/>
              <a:ext cx="1649244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69"/>
            <p:cNvSpPr/>
            <p:nvPr/>
          </p:nvSpPr>
          <p:spPr>
            <a:xfrm rot="-5400000">
              <a:off x="3747305" y="-253052"/>
              <a:ext cx="1649244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69"/>
            <p:cNvSpPr/>
            <p:nvPr/>
          </p:nvSpPr>
          <p:spPr>
            <a:xfrm rot="-5400000" flipH="1">
              <a:off x="2658301" y="-3223801"/>
              <a:ext cx="1169957" cy="6486563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69"/>
            <p:cNvSpPr/>
            <p:nvPr/>
          </p:nvSpPr>
          <p:spPr>
            <a:xfrm rot="-5400000" flipH="1">
              <a:off x="2658301" y="-3398873"/>
              <a:ext cx="1169957" cy="6486563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1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71"/>
          <p:cNvSpPr txBox="1">
            <a:spLocks noGrp="1"/>
          </p:cNvSpPr>
          <p:nvPr>
            <p:ph type="title" hasCustomPrompt="1"/>
          </p:nvPr>
        </p:nvSpPr>
        <p:spPr>
          <a:xfrm rot="3170">
            <a:off x="1642400" y="1260825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0" name="Google Shape;800;p71"/>
          <p:cNvSpPr txBox="1">
            <a:spLocks noGrp="1"/>
          </p:cNvSpPr>
          <p:nvPr>
            <p:ph type="subTitle" idx="1"/>
          </p:nvPr>
        </p:nvSpPr>
        <p:spPr>
          <a:xfrm>
            <a:off x="720000" y="2057653"/>
            <a:ext cx="2495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1" name="Google Shape;801;p71"/>
          <p:cNvSpPr txBox="1">
            <a:spLocks noGrp="1"/>
          </p:cNvSpPr>
          <p:nvPr>
            <p:ph type="title" idx="2" hasCustomPrompt="1"/>
          </p:nvPr>
        </p:nvSpPr>
        <p:spPr>
          <a:xfrm rot="3170">
            <a:off x="1642400" y="2966900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2" name="Google Shape;802;p71"/>
          <p:cNvSpPr txBox="1">
            <a:spLocks noGrp="1"/>
          </p:cNvSpPr>
          <p:nvPr>
            <p:ph type="title" idx="3" hasCustomPrompt="1"/>
          </p:nvPr>
        </p:nvSpPr>
        <p:spPr>
          <a:xfrm rot="3170">
            <a:off x="4246650" y="1260825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3" name="Google Shape;803;p71"/>
          <p:cNvSpPr txBox="1">
            <a:spLocks noGrp="1"/>
          </p:cNvSpPr>
          <p:nvPr>
            <p:ph type="subTitle" idx="4"/>
          </p:nvPr>
        </p:nvSpPr>
        <p:spPr>
          <a:xfrm>
            <a:off x="3324300" y="2057653"/>
            <a:ext cx="2495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4" name="Google Shape;804;p71"/>
          <p:cNvSpPr txBox="1">
            <a:spLocks noGrp="1"/>
          </p:cNvSpPr>
          <p:nvPr>
            <p:ph type="title" idx="5" hasCustomPrompt="1"/>
          </p:nvPr>
        </p:nvSpPr>
        <p:spPr>
          <a:xfrm rot="3170">
            <a:off x="4246650" y="2966900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5" name="Google Shape;805;p71"/>
          <p:cNvSpPr txBox="1">
            <a:spLocks noGrp="1"/>
          </p:cNvSpPr>
          <p:nvPr>
            <p:ph type="subTitle" idx="6"/>
          </p:nvPr>
        </p:nvSpPr>
        <p:spPr>
          <a:xfrm>
            <a:off x="3324300" y="3772201"/>
            <a:ext cx="2495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6" name="Google Shape;806;p71"/>
          <p:cNvSpPr txBox="1">
            <a:spLocks noGrp="1"/>
          </p:cNvSpPr>
          <p:nvPr>
            <p:ph type="subTitle" idx="7"/>
          </p:nvPr>
        </p:nvSpPr>
        <p:spPr>
          <a:xfrm>
            <a:off x="720000" y="1752450"/>
            <a:ext cx="2495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07" name="Google Shape;807;p71"/>
          <p:cNvSpPr txBox="1">
            <a:spLocks noGrp="1"/>
          </p:cNvSpPr>
          <p:nvPr>
            <p:ph type="subTitle" idx="8"/>
          </p:nvPr>
        </p:nvSpPr>
        <p:spPr>
          <a:xfrm>
            <a:off x="3324300" y="1752450"/>
            <a:ext cx="2495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08" name="Google Shape;808;p71"/>
          <p:cNvSpPr txBox="1">
            <a:spLocks noGrp="1"/>
          </p:cNvSpPr>
          <p:nvPr>
            <p:ph type="subTitle" idx="9"/>
          </p:nvPr>
        </p:nvSpPr>
        <p:spPr>
          <a:xfrm>
            <a:off x="3324300" y="3467098"/>
            <a:ext cx="2495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09" name="Google Shape;809;p71"/>
          <p:cNvSpPr txBox="1">
            <a:spLocks noGrp="1"/>
          </p:cNvSpPr>
          <p:nvPr>
            <p:ph type="subTitle" idx="13"/>
          </p:nvPr>
        </p:nvSpPr>
        <p:spPr>
          <a:xfrm>
            <a:off x="720000" y="3772201"/>
            <a:ext cx="2495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0" name="Google Shape;810;p71"/>
          <p:cNvSpPr txBox="1">
            <a:spLocks noGrp="1"/>
          </p:cNvSpPr>
          <p:nvPr>
            <p:ph type="subTitle" idx="14"/>
          </p:nvPr>
        </p:nvSpPr>
        <p:spPr>
          <a:xfrm>
            <a:off x="720000" y="3467098"/>
            <a:ext cx="2495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11" name="Google Shape;811;p71"/>
          <p:cNvSpPr txBox="1">
            <a:spLocks noGrp="1"/>
          </p:cNvSpPr>
          <p:nvPr>
            <p:ph type="title" idx="15" hasCustomPrompt="1"/>
          </p:nvPr>
        </p:nvSpPr>
        <p:spPr>
          <a:xfrm rot="3170">
            <a:off x="6854725" y="1260825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2" name="Google Shape;812;p71"/>
          <p:cNvSpPr txBox="1">
            <a:spLocks noGrp="1"/>
          </p:cNvSpPr>
          <p:nvPr>
            <p:ph type="subTitle" idx="16"/>
          </p:nvPr>
        </p:nvSpPr>
        <p:spPr>
          <a:xfrm>
            <a:off x="5932371" y="2057652"/>
            <a:ext cx="2495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3" name="Google Shape;813;p71"/>
          <p:cNvSpPr txBox="1">
            <a:spLocks noGrp="1"/>
          </p:cNvSpPr>
          <p:nvPr>
            <p:ph type="title" idx="17" hasCustomPrompt="1"/>
          </p:nvPr>
        </p:nvSpPr>
        <p:spPr>
          <a:xfrm rot="3170">
            <a:off x="6854725" y="2966900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4" name="Google Shape;814;p71"/>
          <p:cNvSpPr txBox="1">
            <a:spLocks noGrp="1"/>
          </p:cNvSpPr>
          <p:nvPr>
            <p:ph type="subTitle" idx="18"/>
          </p:nvPr>
        </p:nvSpPr>
        <p:spPr>
          <a:xfrm>
            <a:off x="5932371" y="3772202"/>
            <a:ext cx="2495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5" name="Google Shape;815;p71"/>
          <p:cNvSpPr txBox="1">
            <a:spLocks noGrp="1"/>
          </p:cNvSpPr>
          <p:nvPr>
            <p:ph type="subTitle" idx="19"/>
          </p:nvPr>
        </p:nvSpPr>
        <p:spPr>
          <a:xfrm>
            <a:off x="5931921" y="1752450"/>
            <a:ext cx="24963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16" name="Google Shape;816;p71"/>
          <p:cNvSpPr txBox="1">
            <a:spLocks noGrp="1"/>
          </p:cNvSpPr>
          <p:nvPr>
            <p:ph type="subTitle" idx="20"/>
          </p:nvPr>
        </p:nvSpPr>
        <p:spPr>
          <a:xfrm>
            <a:off x="5932371" y="3467100"/>
            <a:ext cx="2495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17" name="Google Shape;817;p71"/>
          <p:cNvSpPr txBox="1">
            <a:spLocks noGrp="1"/>
          </p:cNvSpPr>
          <p:nvPr>
            <p:ph type="title" idx="21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818" name="Google Shape;818;p71"/>
          <p:cNvGrpSpPr/>
          <p:nvPr/>
        </p:nvGrpSpPr>
        <p:grpSpPr>
          <a:xfrm>
            <a:off x="-281075" y="-810527"/>
            <a:ext cx="9673450" cy="6223210"/>
            <a:chOff x="-281075" y="-810527"/>
            <a:chExt cx="9673450" cy="6223210"/>
          </a:xfrm>
        </p:grpSpPr>
        <p:sp>
          <p:nvSpPr>
            <p:cNvPr id="819" name="Google Shape;819;p71"/>
            <p:cNvSpPr/>
            <p:nvPr/>
          </p:nvSpPr>
          <p:spPr>
            <a:xfrm rot="5400000">
              <a:off x="5998675" y="-2584657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71"/>
            <p:cNvSpPr/>
            <p:nvPr/>
          </p:nvSpPr>
          <p:spPr>
            <a:xfrm>
              <a:off x="-281075" y="-3571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71"/>
            <p:cNvSpPr/>
            <p:nvPr/>
          </p:nvSpPr>
          <p:spPr>
            <a:xfrm>
              <a:off x="-215675" y="-3571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71"/>
            <p:cNvSpPr/>
            <p:nvPr/>
          </p:nvSpPr>
          <p:spPr>
            <a:xfrm rot="5400000">
              <a:off x="5998675" y="-2759807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71"/>
            <p:cNvSpPr/>
            <p:nvPr/>
          </p:nvSpPr>
          <p:spPr>
            <a:xfrm rot="-5400000">
              <a:off x="4307765" y="169361"/>
              <a:ext cx="528336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71"/>
            <p:cNvSpPr/>
            <p:nvPr/>
          </p:nvSpPr>
          <p:spPr>
            <a:xfrm rot="-5400000">
              <a:off x="4307765" y="307399"/>
              <a:ext cx="528336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71"/>
            <p:cNvSpPr/>
            <p:nvPr/>
          </p:nvSpPr>
          <p:spPr>
            <a:xfrm>
              <a:off x="8500200" y="2692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71"/>
            <p:cNvSpPr/>
            <p:nvPr/>
          </p:nvSpPr>
          <p:spPr>
            <a:xfrm>
              <a:off x="8565600" y="2692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72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72"/>
          <p:cNvSpPr txBox="1">
            <a:spLocks noGrp="1"/>
          </p:cNvSpPr>
          <p:nvPr>
            <p:ph type="title"/>
          </p:nvPr>
        </p:nvSpPr>
        <p:spPr>
          <a:xfrm rot="-1269">
            <a:off x="720000" y="3163974"/>
            <a:ext cx="32505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30" name="Google Shape;830;p72"/>
          <p:cNvSpPr txBox="1">
            <a:spLocks noGrp="1"/>
          </p:cNvSpPr>
          <p:nvPr>
            <p:ph type="subTitle" idx="1"/>
          </p:nvPr>
        </p:nvSpPr>
        <p:spPr>
          <a:xfrm>
            <a:off x="720108" y="1346950"/>
            <a:ext cx="4163100" cy="16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31" name="Google Shape;831;p72"/>
          <p:cNvGrpSpPr/>
          <p:nvPr/>
        </p:nvGrpSpPr>
        <p:grpSpPr>
          <a:xfrm>
            <a:off x="38" y="-473726"/>
            <a:ext cx="9463575" cy="5617176"/>
            <a:chOff x="38" y="-473726"/>
            <a:chExt cx="9463575" cy="5617176"/>
          </a:xfrm>
        </p:grpSpPr>
        <p:sp>
          <p:nvSpPr>
            <p:cNvPr id="832" name="Google Shape;832;p72"/>
            <p:cNvSpPr/>
            <p:nvPr/>
          </p:nvSpPr>
          <p:spPr>
            <a:xfrm rot="5400000">
              <a:off x="3523906" y="-3798955"/>
              <a:ext cx="2050226" cy="9097962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72"/>
            <p:cNvSpPr/>
            <p:nvPr/>
          </p:nvSpPr>
          <p:spPr>
            <a:xfrm rot="5400000">
              <a:off x="3523906" y="-3997594"/>
              <a:ext cx="2050226" cy="9097962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72"/>
            <p:cNvSpPr/>
            <p:nvPr/>
          </p:nvSpPr>
          <p:spPr>
            <a:xfrm rot="10800000">
              <a:off x="6937415" y="-10"/>
              <a:ext cx="2206585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72"/>
            <p:cNvSpPr/>
            <p:nvPr/>
          </p:nvSpPr>
          <p:spPr>
            <a:xfrm>
              <a:off x="5834875" y="-275075"/>
              <a:ext cx="1492081" cy="5418392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72"/>
            <p:cNvSpPr/>
            <p:nvPr/>
          </p:nvSpPr>
          <p:spPr>
            <a:xfrm>
              <a:off x="5952901" y="-275075"/>
              <a:ext cx="1492081" cy="5418392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72"/>
            <p:cNvSpPr/>
            <p:nvPr/>
          </p:nvSpPr>
          <p:spPr>
            <a:xfrm rot="10800000">
              <a:off x="7257027" y="-10"/>
              <a:ext cx="2206585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73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7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841" name="Google Shape;841;p73"/>
          <p:cNvGrpSpPr/>
          <p:nvPr/>
        </p:nvGrpSpPr>
        <p:grpSpPr>
          <a:xfrm>
            <a:off x="-1336473" y="-807155"/>
            <a:ext cx="10772293" cy="7246132"/>
            <a:chOff x="-1336473" y="-807155"/>
            <a:chExt cx="10772293" cy="7246132"/>
          </a:xfrm>
        </p:grpSpPr>
        <p:sp>
          <p:nvSpPr>
            <p:cNvPr id="842" name="Google Shape;842;p73"/>
            <p:cNvSpPr/>
            <p:nvPr/>
          </p:nvSpPr>
          <p:spPr>
            <a:xfrm rot="5400000">
              <a:off x="5949831" y="-2531497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73"/>
            <p:cNvSpPr/>
            <p:nvPr/>
          </p:nvSpPr>
          <p:spPr>
            <a:xfrm>
              <a:off x="-172175" y="-5822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73"/>
            <p:cNvSpPr/>
            <p:nvPr/>
          </p:nvSpPr>
          <p:spPr>
            <a:xfrm>
              <a:off x="-106775" y="-5822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73"/>
            <p:cNvSpPr/>
            <p:nvPr/>
          </p:nvSpPr>
          <p:spPr>
            <a:xfrm rot="5400000">
              <a:off x="5949831" y="-2756435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73"/>
            <p:cNvSpPr/>
            <p:nvPr/>
          </p:nvSpPr>
          <p:spPr>
            <a:xfrm rot="-4676836">
              <a:off x="733116" y="2501438"/>
              <a:ext cx="1244829" cy="5143539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73"/>
            <p:cNvSpPr/>
            <p:nvPr/>
          </p:nvSpPr>
          <p:spPr>
            <a:xfrm rot="-4676836">
              <a:off x="686139" y="2721415"/>
              <a:ext cx="1244829" cy="5143539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73"/>
            <p:cNvSpPr/>
            <p:nvPr/>
          </p:nvSpPr>
          <p:spPr>
            <a:xfrm>
              <a:off x="8543645" y="43775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73"/>
            <p:cNvSpPr/>
            <p:nvPr/>
          </p:nvSpPr>
          <p:spPr>
            <a:xfrm>
              <a:off x="8609045" y="43775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74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7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853" name="Google Shape;853;p74"/>
          <p:cNvGrpSpPr/>
          <p:nvPr/>
        </p:nvGrpSpPr>
        <p:grpSpPr>
          <a:xfrm>
            <a:off x="-817348" y="-843883"/>
            <a:ext cx="10317923" cy="5987342"/>
            <a:chOff x="-817348" y="-843883"/>
            <a:chExt cx="10317923" cy="5987342"/>
          </a:xfrm>
        </p:grpSpPr>
        <p:sp>
          <p:nvSpPr>
            <p:cNvPr id="854" name="Google Shape;854;p74"/>
            <p:cNvSpPr/>
            <p:nvPr/>
          </p:nvSpPr>
          <p:spPr>
            <a:xfrm>
              <a:off x="-613573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74"/>
            <p:cNvSpPr/>
            <p:nvPr/>
          </p:nvSpPr>
          <p:spPr>
            <a:xfrm>
              <a:off x="86084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74"/>
            <p:cNvSpPr/>
            <p:nvPr/>
          </p:nvSpPr>
          <p:spPr>
            <a:xfrm>
              <a:off x="86738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74"/>
            <p:cNvSpPr/>
            <p:nvPr/>
          </p:nvSpPr>
          <p:spPr>
            <a:xfrm>
              <a:off x="-81734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74"/>
            <p:cNvSpPr/>
            <p:nvPr/>
          </p:nvSpPr>
          <p:spPr>
            <a:xfrm rot="5400000">
              <a:off x="5994125" y="-2615937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74"/>
            <p:cNvSpPr/>
            <p:nvPr/>
          </p:nvSpPr>
          <p:spPr>
            <a:xfrm rot="5400000">
              <a:off x="5994125" y="-2793162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2"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75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7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863" name="Google Shape;863;p75"/>
          <p:cNvGrpSpPr/>
          <p:nvPr/>
        </p:nvGrpSpPr>
        <p:grpSpPr>
          <a:xfrm>
            <a:off x="-222950" y="-847029"/>
            <a:ext cx="10448942" cy="5990529"/>
            <a:chOff x="-222950" y="-847029"/>
            <a:chExt cx="10448942" cy="5990529"/>
          </a:xfrm>
        </p:grpSpPr>
        <p:sp>
          <p:nvSpPr>
            <p:cNvPr id="864" name="Google Shape;864;p75"/>
            <p:cNvSpPr/>
            <p:nvPr/>
          </p:nvSpPr>
          <p:spPr>
            <a:xfrm>
              <a:off x="-222950" y="-147487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75"/>
            <p:cNvSpPr/>
            <p:nvPr/>
          </p:nvSpPr>
          <p:spPr>
            <a:xfrm>
              <a:off x="-157550" y="-147487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66" name="Google Shape;866;p75"/>
            <p:cNvGrpSpPr/>
            <p:nvPr/>
          </p:nvGrpSpPr>
          <p:grpSpPr>
            <a:xfrm>
              <a:off x="0" y="-847029"/>
              <a:ext cx="10225992" cy="5990529"/>
              <a:chOff x="0" y="-847029"/>
              <a:chExt cx="10225992" cy="5990529"/>
            </a:xfrm>
          </p:grpSpPr>
          <p:sp>
            <p:nvSpPr>
              <p:cNvPr id="867" name="Google Shape;867;p75"/>
              <p:cNvSpPr/>
              <p:nvPr/>
            </p:nvSpPr>
            <p:spPr>
              <a:xfrm rot="-5400000">
                <a:off x="4267057" y="170495"/>
                <a:ext cx="609752" cy="9143866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75"/>
              <p:cNvSpPr/>
              <p:nvPr/>
            </p:nvSpPr>
            <p:spPr>
              <a:xfrm rot="-5400000">
                <a:off x="4305026" y="304661"/>
                <a:ext cx="533813" cy="9143866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75"/>
              <p:cNvSpPr/>
              <p:nvPr/>
            </p:nvSpPr>
            <p:spPr>
              <a:xfrm rot="-1439422" flipH="1">
                <a:off x="8028546" y="-609258"/>
                <a:ext cx="1454996" cy="3504314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75"/>
              <p:cNvSpPr/>
              <p:nvPr/>
            </p:nvSpPr>
            <p:spPr>
              <a:xfrm rot="-1439387" flipH="1">
                <a:off x="8294890" y="-739433"/>
                <a:ext cx="1273763" cy="3504314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BLANK_1_2"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76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76"/>
          <p:cNvSpPr txBox="1">
            <a:spLocks noGrp="1"/>
          </p:cNvSpPr>
          <p:nvPr>
            <p:ph type="subTitle" idx="1"/>
          </p:nvPr>
        </p:nvSpPr>
        <p:spPr>
          <a:xfrm>
            <a:off x="720000" y="2561563"/>
            <a:ext cx="3457200" cy="7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4" name="Google Shape;874;p76"/>
          <p:cNvSpPr txBox="1">
            <a:spLocks noGrp="1"/>
          </p:cNvSpPr>
          <p:nvPr>
            <p:ph type="title"/>
          </p:nvPr>
        </p:nvSpPr>
        <p:spPr>
          <a:xfrm>
            <a:off x="720000" y="1815288"/>
            <a:ext cx="3457200" cy="64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875" name="Google Shape;875;p76"/>
          <p:cNvGrpSpPr/>
          <p:nvPr/>
        </p:nvGrpSpPr>
        <p:grpSpPr>
          <a:xfrm>
            <a:off x="-1003929" y="-375725"/>
            <a:ext cx="10912166" cy="7104105"/>
            <a:chOff x="-1003929" y="-375725"/>
            <a:chExt cx="10912166" cy="7104105"/>
          </a:xfrm>
        </p:grpSpPr>
        <p:sp>
          <p:nvSpPr>
            <p:cNvPr id="876" name="Google Shape;876;p76"/>
            <p:cNvSpPr/>
            <p:nvPr/>
          </p:nvSpPr>
          <p:spPr>
            <a:xfrm rot="10800000">
              <a:off x="8445713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76"/>
            <p:cNvSpPr/>
            <p:nvPr/>
          </p:nvSpPr>
          <p:spPr>
            <a:xfrm>
              <a:off x="-70775" y="-3757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76"/>
            <p:cNvSpPr/>
            <p:nvPr/>
          </p:nvSpPr>
          <p:spPr>
            <a:xfrm>
              <a:off x="-5375" y="-3757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76"/>
            <p:cNvSpPr/>
            <p:nvPr/>
          </p:nvSpPr>
          <p:spPr>
            <a:xfrm rot="10800000">
              <a:off x="866333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76"/>
            <p:cNvSpPr/>
            <p:nvPr/>
          </p:nvSpPr>
          <p:spPr>
            <a:xfrm rot="-4156458">
              <a:off x="1076183" y="2460642"/>
              <a:ext cx="1244919" cy="5143492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76"/>
            <p:cNvSpPr/>
            <p:nvPr/>
          </p:nvSpPr>
          <p:spPr>
            <a:xfrm rot="-4156458">
              <a:off x="999156" y="2664179"/>
              <a:ext cx="1244919" cy="5143492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BLANK_1_2_1"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77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4" name="Google Shape;884;p77"/>
          <p:cNvSpPr txBox="1">
            <a:spLocks noGrp="1"/>
          </p:cNvSpPr>
          <p:nvPr>
            <p:ph type="subTitle" idx="1"/>
          </p:nvPr>
        </p:nvSpPr>
        <p:spPr>
          <a:xfrm>
            <a:off x="897100" y="2874875"/>
            <a:ext cx="28203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5" name="Google Shape;885;p77"/>
          <p:cNvSpPr txBox="1">
            <a:spLocks noGrp="1"/>
          </p:cNvSpPr>
          <p:nvPr>
            <p:ph type="title"/>
          </p:nvPr>
        </p:nvSpPr>
        <p:spPr>
          <a:xfrm>
            <a:off x="897100" y="1174375"/>
            <a:ext cx="2820300" cy="154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86" name="Google Shape;886;p77"/>
          <p:cNvSpPr>
            <a:spLocks noGrp="1"/>
          </p:cNvSpPr>
          <p:nvPr>
            <p:ph type="pic" idx="2"/>
          </p:nvPr>
        </p:nvSpPr>
        <p:spPr>
          <a:xfrm>
            <a:off x="4202288" y="540000"/>
            <a:ext cx="4044600" cy="406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887" name="Google Shape;887;p77"/>
          <p:cNvGrpSpPr/>
          <p:nvPr/>
        </p:nvGrpSpPr>
        <p:grpSpPr>
          <a:xfrm>
            <a:off x="-553600" y="0"/>
            <a:ext cx="1688200" cy="5143460"/>
            <a:chOff x="-553600" y="0"/>
            <a:chExt cx="1688200" cy="5143460"/>
          </a:xfrm>
        </p:grpSpPr>
        <p:sp>
          <p:nvSpPr>
            <p:cNvPr id="888" name="Google Shape;888;p77"/>
            <p:cNvSpPr/>
            <p:nvPr/>
          </p:nvSpPr>
          <p:spPr>
            <a:xfrm>
              <a:off x="-3465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77"/>
            <p:cNvSpPr/>
            <p:nvPr/>
          </p:nvSpPr>
          <p:spPr>
            <a:xfrm>
              <a:off x="2424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77"/>
            <p:cNvSpPr/>
            <p:nvPr/>
          </p:nvSpPr>
          <p:spPr>
            <a:xfrm>
              <a:off x="3078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77"/>
            <p:cNvSpPr/>
            <p:nvPr/>
          </p:nvSpPr>
          <p:spPr>
            <a:xfrm>
              <a:off x="-5536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BODY_1_1"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78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4" name="Google Shape;894;p78"/>
          <p:cNvSpPr txBox="1">
            <a:spLocks noGrp="1"/>
          </p:cNvSpPr>
          <p:nvPr>
            <p:ph type="body" idx="1"/>
          </p:nvPr>
        </p:nvSpPr>
        <p:spPr>
          <a:xfrm>
            <a:off x="720000" y="1403100"/>
            <a:ext cx="3802500" cy="24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95" name="Google Shape;895;p78"/>
          <p:cNvSpPr txBox="1">
            <a:spLocks noGrp="1"/>
          </p:cNvSpPr>
          <p:nvPr>
            <p:ph type="body" idx="2"/>
          </p:nvPr>
        </p:nvSpPr>
        <p:spPr>
          <a:xfrm>
            <a:off x="4621500" y="1403100"/>
            <a:ext cx="3802500" cy="18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96" name="Google Shape;896;p7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897" name="Google Shape;897;p78"/>
          <p:cNvGrpSpPr/>
          <p:nvPr/>
        </p:nvGrpSpPr>
        <p:grpSpPr>
          <a:xfrm>
            <a:off x="134" y="-585983"/>
            <a:ext cx="9546314" cy="5729483"/>
            <a:chOff x="134" y="-585983"/>
            <a:chExt cx="9546314" cy="5729483"/>
          </a:xfrm>
        </p:grpSpPr>
        <p:sp>
          <p:nvSpPr>
            <p:cNvPr id="898" name="Google Shape;898;p78"/>
            <p:cNvSpPr/>
            <p:nvPr/>
          </p:nvSpPr>
          <p:spPr>
            <a:xfrm rot="5400000" flipH="1">
              <a:off x="3790706" y="-423008"/>
              <a:ext cx="1562723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78"/>
            <p:cNvSpPr/>
            <p:nvPr/>
          </p:nvSpPr>
          <p:spPr>
            <a:xfrm rot="6426947">
              <a:off x="6553595" y="-2005762"/>
              <a:ext cx="826765" cy="5143406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78"/>
            <p:cNvSpPr/>
            <p:nvPr/>
          </p:nvSpPr>
          <p:spPr>
            <a:xfrm rot="6426947">
              <a:off x="6534346" y="-1943259"/>
              <a:ext cx="826765" cy="5143406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78"/>
            <p:cNvSpPr/>
            <p:nvPr/>
          </p:nvSpPr>
          <p:spPr>
            <a:xfrm rot="5400000" flipH="1">
              <a:off x="3790706" y="-209794"/>
              <a:ext cx="1562723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79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79"/>
          <p:cNvSpPr txBox="1">
            <a:spLocks noGrp="1"/>
          </p:cNvSpPr>
          <p:nvPr>
            <p:ph type="subTitle" idx="1"/>
          </p:nvPr>
        </p:nvSpPr>
        <p:spPr>
          <a:xfrm>
            <a:off x="1041138" y="3186900"/>
            <a:ext cx="2286300" cy="54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5" name="Google Shape;905;p79"/>
          <p:cNvSpPr txBox="1">
            <a:spLocks noGrp="1"/>
          </p:cNvSpPr>
          <p:nvPr>
            <p:ph type="subTitle" idx="2"/>
          </p:nvPr>
        </p:nvSpPr>
        <p:spPr>
          <a:xfrm>
            <a:off x="3428853" y="3186912"/>
            <a:ext cx="2286300" cy="54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6" name="Google Shape;906;p79"/>
          <p:cNvSpPr txBox="1">
            <a:spLocks noGrp="1"/>
          </p:cNvSpPr>
          <p:nvPr>
            <p:ph type="subTitle" idx="3"/>
          </p:nvPr>
        </p:nvSpPr>
        <p:spPr>
          <a:xfrm>
            <a:off x="5816562" y="3186922"/>
            <a:ext cx="2286300" cy="54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7" name="Google Shape;907;p79"/>
          <p:cNvSpPr txBox="1">
            <a:spLocks noGrp="1"/>
          </p:cNvSpPr>
          <p:nvPr>
            <p:ph type="subTitle" idx="4"/>
          </p:nvPr>
        </p:nvSpPr>
        <p:spPr>
          <a:xfrm>
            <a:off x="1041138" y="2827200"/>
            <a:ext cx="22863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8" name="Google Shape;908;p79"/>
          <p:cNvSpPr txBox="1">
            <a:spLocks noGrp="1"/>
          </p:cNvSpPr>
          <p:nvPr>
            <p:ph type="subTitle" idx="5"/>
          </p:nvPr>
        </p:nvSpPr>
        <p:spPr>
          <a:xfrm>
            <a:off x="3428853" y="2827200"/>
            <a:ext cx="22863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9" name="Google Shape;909;p79"/>
          <p:cNvSpPr txBox="1">
            <a:spLocks noGrp="1"/>
          </p:cNvSpPr>
          <p:nvPr>
            <p:ph type="subTitle" idx="6"/>
          </p:nvPr>
        </p:nvSpPr>
        <p:spPr>
          <a:xfrm>
            <a:off x="5816562" y="2827200"/>
            <a:ext cx="22863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0" name="Google Shape;910;p7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11" name="Google Shape;911;p79"/>
          <p:cNvGrpSpPr/>
          <p:nvPr/>
        </p:nvGrpSpPr>
        <p:grpSpPr>
          <a:xfrm>
            <a:off x="-803075" y="-674775"/>
            <a:ext cx="9947080" cy="5818235"/>
            <a:chOff x="-803075" y="-674775"/>
            <a:chExt cx="9947080" cy="5818235"/>
          </a:xfrm>
        </p:grpSpPr>
        <p:sp>
          <p:nvSpPr>
            <p:cNvPr id="912" name="Google Shape;912;p79"/>
            <p:cNvSpPr/>
            <p:nvPr/>
          </p:nvSpPr>
          <p:spPr>
            <a:xfrm rot="5400000">
              <a:off x="5564687" y="-2793447"/>
              <a:ext cx="1460641" cy="569798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79"/>
            <p:cNvSpPr/>
            <p:nvPr/>
          </p:nvSpPr>
          <p:spPr>
            <a:xfrm>
              <a:off x="-339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79"/>
            <p:cNvSpPr/>
            <p:nvPr/>
          </p:nvSpPr>
          <p:spPr>
            <a:xfrm>
              <a:off x="-8030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79"/>
            <p:cNvSpPr/>
            <p:nvPr/>
          </p:nvSpPr>
          <p:spPr>
            <a:xfrm>
              <a:off x="-762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79"/>
            <p:cNvSpPr/>
            <p:nvPr/>
          </p:nvSpPr>
          <p:spPr>
            <a:xfrm>
              <a:off x="-108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79"/>
            <p:cNvSpPr/>
            <p:nvPr/>
          </p:nvSpPr>
          <p:spPr>
            <a:xfrm rot="5400000">
              <a:off x="5949825" y="-254785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80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80"/>
          <p:cNvSpPr txBox="1">
            <a:spLocks noGrp="1"/>
          </p:cNvSpPr>
          <p:nvPr>
            <p:ph type="subTitle" idx="1"/>
          </p:nvPr>
        </p:nvSpPr>
        <p:spPr>
          <a:xfrm>
            <a:off x="1939574" y="2041719"/>
            <a:ext cx="24915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1" name="Google Shape;921;p80"/>
          <p:cNvSpPr txBox="1">
            <a:spLocks noGrp="1"/>
          </p:cNvSpPr>
          <p:nvPr>
            <p:ph type="subTitle" idx="2"/>
          </p:nvPr>
        </p:nvSpPr>
        <p:spPr>
          <a:xfrm>
            <a:off x="5599868" y="2041722"/>
            <a:ext cx="24915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2" name="Google Shape;922;p80"/>
          <p:cNvSpPr txBox="1">
            <a:spLocks noGrp="1"/>
          </p:cNvSpPr>
          <p:nvPr>
            <p:ph type="subTitle" idx="3"/>
          </p:nvPr>
        </p:nvSpPr>
        <p:spPr>
          <a:xfrm>
            <a:off x="1939582" y="3395520"/>
            <a:ext cx="24915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3" name="Google Shape;923;p80"/>
          <p:cNvSpPr txBox="1">
            <a:spLocks noGrp="1"/>
          </p:cNvSpPr>
          <p:nvPr>
            <p:ph type="subTitle" idx="4"/>
          </p:nvPr>
        </p:nvSpPr>
        <p:spPr>
          <a:xfrm>
            <a:off x="5599399" y="3395521"/>
            <a:ext cx="24915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4" name="Google Shape;924;p80"/>
          <p:cNvSpPr txBox="1">
            <a:spLocks noGrp="1"/>
          </p:cNvSpPr>
          <p:nvPr>
            <p:ph type="subTitle" idx="5"/>
          </p:nvPr>
        </p:nvSpPr>
        <p:spPr>
          <a:xfrm>
            <a:off x="1939574" y="1721718"/>
            <a:ext cx="24915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5" name="Google Shape;925;p80"/>
          <p:cNvSpPr txBox="1">
            <a:spLocks noGrp="1"/>
          </p:cNvSpPr>
          <p:nvPr>
            <p:ph type="subTitle" idx="6"/>
          </p:nvPr>
        </p:nvSpPr>
        <p:spPr>
          <a:xfrm>
            <a:off x="1939582" y="3075566"/>
            <a:ext cx="24915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6" name="Google Shape;926;p80"/>
          <p:cNvSpPr txBox="1">
            <a:spLocks noGrp="1"/>
          </p:cNvSpPr>
          <p:nvPr>
            <p:ph type="subTitle" idx="7"/>
          </p:nvPr>
        </p:nvSpPr>
        <p:spPr>
          <a:xfrm>
            <a:off x="5599889" y="1721718"/>
            <a:ext cx="24915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7" name="Google Shape;927;p80"/>
          <p:cNvSpPr txBox="1">
            <a:spLocks noGrp="1"/>
          </p:cNvSpPr>
          <p:nvPr>
            <p:ph type="subTitle" idx="8"/>
          </p:nvPr>
        </p:nvSpPr>
        <p:spPr>
          <a:xfrm>
            <a:off x="5599420" y="3075567"/>
            <a:ext cx="24915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8" name="Google Shape;928;p8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29" name="Google Shape;929;p80"/>
          <p:cNvGrpSpPr/>
          <p:nvPr/>
        </p:nvGrpSpPr>
        <p:grpSpPr>
          <a:xfrm>
            <a:off x="-10" y="-456375"/>
            <a:ext cx="9720685" cy="5599835"/>
            <a:chOff x="-10" y="-456375"/>
            <a:chExt cx="9720685" cy="5599835"/>
          </a:xfrm>
        </p:grpSpPr>
        <p:sp>
          <p:nvSpPr>
            <p:cNvPr id="930" name="Google Shape;930;p80"/>
            <p:cNvSpPr/>
            <p:nvPr/>
          </p:nvSpPr>
          <p:spPr>
            <a:xfrm rot="-5400000" flipH="1">
              <a:off x="4157173" y="-4452089"/>
              <a:ext cx="1244900" cy="9559264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80"/>
            <p:cNvSpPr/>
            <p:nvPr/>
          </p:nvSpPr>
          <p:spPr>
            <a:xfrm rot="-5400000" flipH="1">
              <a:off x="4157173" y="-4613557"/>
              <a:ext cx="1244900" cy="9559264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80"/>
            <p:cNvSpPr/>
            <p:nvPr/>
          </p:nvSpPr>
          <p:spPr>
            <a:xfrm rot="10800000">
              <a:off x="8314307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80"/>
            <p:cNvSpPr/>
            <p:nvPr/>
          </p:nvSpPr>
          <p:spPr>
            <a:xfrm rot="10800000">
              <a:off x="84757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80"/>
            <p:cNvSpPr/>
            <p:nvPr/>
          </p:nvSpPr>
          <p:spPr>
            <a:xfrm>
              <a:off x="852947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80"/>
            <p:cNvSpPr/>
            <p:nvPr/>
          </p:nvSpPr>
          <p:spPr>
            <a:xfrm>
              <a:off x="859487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81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81"/>
          <p:cNvSpPr txBox="1">
            <a:spLocks noGrp="1"/>
          </p:cNvSpPr>
          <p:nvPr>
            <p:ph type="subTitle" idx="1"/>
          </p:nvPr>
        </p:nvSpPr>
        <p:spPr>
          <a:xfrm>
            <a:off x="720000" y="2273525"/>
            <a:ext cx="2305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9" name="Google Shape;939;p81"/>
          <p:cNvSpPr txBox="1">
            <a:spLocks noGrp="1"/>
          </p:cNvSpPr>
          <p:nvPr>
            <p:ph type="subTitle" idx="2"/>
          </p:nvPr>
        </p:nvSpPr>
        <p:spPr>
          <a:xfrm>
            <a:off x="3419275" y="2273525"/>
            <a:ext cx="2305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0" name="Google Shape;940;p81"/>
          <p:cNvSpPr txBox="1">
            <a:spLocks noGrp="1"/>
          </p:cNvSpPr>
          <p:nvPr>
            <p:ph type="subTitle" idx="3"/>
          </p:nvPr>
        </p:nvSpPr>
        <p:spPr>
          <a:xfrm>
            <a:off x="720000" y="4064250"/>
            <a:ext cx="2305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1" name="Google Shape;941;p81"/>
          <p:cNvSpPr txBox="1">
            <a:spLocks noGrp="1"/>
          </p:cNvSpPr>
          <p:nvPr>
            <p:ph type="subTitle" idx="4"/>
          </p:nvPr>
        </p:nvSpPr>
        <p:spPr>
          <a:xfrm>
            <a:off x="3419272" y="4064250"/>
            <a:ext cx="2305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2" name="Google Shape;942;p81"/>
          <p:cNvSpPr txBox="1">
            <a:spLocks noGrp="1"/>
          </p:cNvSpPr>
          <p:nvPr>
            <p:ph type="subTitle" idx="5"/>
          </p:nvPr>
        </p:nvSpPr>
        <p:spPr>
          <a:xfrm>
            <a:off x="6118550" y="2273525"/>
            <a:ext cx="2305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3" name="Google Shape;943;p81"/>
          <p:cNvSpPr txBox="1">
            <a:spLocks noGrp="1"/>
          </p:cNvSpPr>
          <p:nvPr>
            <p:ph type="subTitle" idx="6"/>
          </p:nvPr>
        </p:nvSpPr>
        <p:spPr>
          <a:xfrm>
            <a:off x="6118550" y="4064250"/>
            <a:ext cx="2305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4" name="Google Shape;944;p81"/>
          <p:cNvSpPr txBox="1">
            <a:spLocks noGrp="1"/>
          </p:cNvSpPr>
          <p:nvPr>
            <p:ph type="subTitle" idx="7"/>
          </p:nvPr>
        </p:nvSpPr>
        <p:spPr>
          <a:xfrm>
            <a:off x="720000" y="1959125"/>
            <a:ext cx="2305500" cy="4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5" name="Google Shape;945;p81"/>
          <p:cNvSpPr txBox="1">
            <a:spLocks noGrp="1"/>
          </p:cNvSpPr>
          <p:nvPr>
            <p:ph type="subTitle" idx="8"/>
          </p:nvPr>
        </p:nvSpPr>
        <p:spPr>
          <a:xfrm>
            <a:off x="3419275" y="1959125"/>
            <a:ext cx="2305500" cy="4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6" name="Google Shape;946;p81"/>
          <p:cNvSpPr txBox="1">
            <a:spLocks noGrp="1"/>
          </p:cNvSpPr>
          <p:nvPr>
            <p:ph type="subTitle" idx="9"/>
          </p:nvPr>
        </p:nvSpPr>
        <p:spPr>
          <a:xfrm>
            <a:off x="6118550" y="1959125"/>
            <a:ext cx="2305500" cy="4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7" name="Google Shape;947;p81"/>
          <p:cNvSpPr txBox="1">
            <a:spLocks noGrp="1"/>
          </p:cNvSpPr>
          <p:nvPr>
            <p:ph type="subTitle" idx="13"/>
          </p:nvPr>
        </p:nvSpPr>
        <p:spPr>
          <a:xfrm>
            <a:off x="6118550" y="3749625"/>
            <a:ext cx="2305500" cy="4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8" name="Google Shape;948;p81"/>
          <p:cNvSpPr txBox="1">
            <a:spLocks noGrp="1"/>
          </p:cNvSpPr>
          <p:nvPr>
            <p:ph type="subTitle" idx="14"/>
          </p:nvPr>
        </p:nvSpPr>
        <p:spPr>
          <a:xfrm>
            <a:off x="720000" y="3749625"/>
            <a:ext cx="2305500" cy="4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9" name="Google Shape;949;p81"/>
          <p:cNvSpPr txBox="1">
            <a:spLocks noGrp="1"/>
          </p:cNvSpPr>
          <p:nvPr>
            <p:ph type="subTitle" idx="15"/>
          </p:nvPr>
        </p:nvSpPr>
        <p:spPr>
          <a:xfrm>
            <a:off x="3419275" y="3749625"/>
            <a:ext cx="2305500" cy="4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0" name="Google Shape;950;p8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51" name="Google Shape;951;p81"/>
          <p:cNvGrpSpPr/>
          <p:nvPr/>
        </p:nvGrpSpPr>
        <p:grpSpPr>
          <a:xfrm>
            <a:off x="-181151" y="-605000"/>
            <a:ext cx="9559151" cy="5748503"/>
            <a:chOff x="-181151" y="-605000"/>
            <a:chExt cx="9559151" cy="5748503"/>
          </a:xfrm>
        </p:grpSpPr>
        <p:sp>
          <p:nvSpPr>
            <p:cNvPr id="952" name="Google Shape;952;p81"/>
            <p:cNvSpPr/>
            <p:nvPr/>
          </p:nvSpPr>
          <p:spPr>
            <a:xfrm>
              <a:off x="84858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81"/>
            <p:cNvSpPr/>
            <p:nvPr/>
          </p:nvSpPr>
          <p:spPr>
            <a:xfrm>
              <a:off x="85512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81"/>
            <p:cNvSpPr/>
            <p:nvPr/>
          </p:nvSpPr>
          <p:spPr>
            <a:xfrm rot="5400000">
              <a:off x="3949623" y="-4435459"/>
              <a:ext cx="1244900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81"/>
            <p:cNvSpPr/>
            <p:nvPr/>
          </p:nvSpPr>
          <p:spPr>
            <a:xfrm rot="5400000">
              <a:off x="3949623" y="-4554483"/>
              <a:ext cx="1244900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81"/>
            <p:cNvSpPr/>
            <p:nvPr/>
          </p:nvSpPr>
          <p:spPr>
            <a:xfrm>
              <a:off x="4625" y="-566100"/>
              <a:ext cx="1244900" cy="5709603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81"/>
            <p:cNvSpPr/>
            <p:nvPr/>
          </p:nvSpPr>
          <p:spPr>
            <a:xfrm>
              <a:off x="-181151" y="-566100"/>
              <a:ext cx="1244900" cy="5709603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TITLE_AND_TWO_COLUMNS_1"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82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0" name="Google Shape;960;p82"/>
          <p:cNvSpPr txBox="1">
            <a:spLocks noGrp="1"/>
          </p:cNvSpPr>
          <p:nvPr>
            <p:ph type="subTitle" idx="1"/>
          </p:nvPr>
        </p:nvSpPr>
        <p:spPr>
          <a:xfrm>
            <a:off x="812596" y="3625430"/>
            <a:ext cx="2288400" cy="7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1" name="Google Shape;961;p82"/>
          <p:cNvSpPr txBox="1">
            <a:spLocks noGrp="1"/>
          </p:cNvSpPr>
          <p:nvPr>
            <p:ph type="title" hasCustomPrompt="1"/>
          </p:nvPr>
        </p:nvSpPr>
        <p:spPr>
          <a:xfrm>
            <a:off x="1261396" y="1547225"/>
            <a:ext cx="13908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62" name="Google Shape;962;p82"/>
          <p:cNvSpPr txBox="1">
            <a:spLocks noGrp="1"/>
          </p:cNvSpPr>
          <p:nvPr>
            <p:ph type="subTitle" idx="2"/>
          </p:nvPr>
        </p:nvSpPr>
        <p:spPr>
          <a:xfrm>
            <a:off x="812596" y="3272755"/>
            <a:ext cx="2288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3" name="Google Shape;963;p82"/>
          <p:cNvSpPr txBox="1">
            <a:spLocks noGrp="1"/>
          </p:cNvSpPr>
          <p:nvPr>
            <p:ph type="title" idx="3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4" name="Google Shape;964;p82"/>
          <p:cNvSpPr txBox="1">
            <a:spLocks noGrp="1"/>
          </p:cNvSpPr>
          <p:nvPr>
            <p:ph type="subTitle" idx="4"/>
          </p:nvPr>
        </p:nvSpPr>
        <p:spPr>
          <a:xfrm>
            <a:off x="6037833" y="3625430"/>
            <a:ext cx="2288400" cy="7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5" name="Google Shape;965;p82"/>
          <p:cNvSpPr txBox="1">
            <a:spLocks noGrp="1"/>
          </p:cNvSpPr>
          <p:nvPr>
            <p:ph type="title" idx="5" hasCustomPrompt="1"/>
          </p:nvPr>
        </p:nvSpPr>
        <p:spPr>
          <a:xfrm>
            <a:off x="6486633" y="1547225"/>
            <a:ext cx="13908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66" name="Google Shape;966;p82"/>
          <p:cNvSpPr txBox="1">
            <a:spLocks noGrp="1"/>
          </p:cNvSpPr>
          <p:nvPr>
            <p:ph type="subTitle" idx="6"/>
          </p:nvPr>
        </p:nvSpPr>
        <p:spPr>
          <a:xfrm>
            <a:off x="6037833" y="3272755"/>
            <a:ext cx="2288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7" name="Google Shape;967;p82"/>
          <p:cNvSpPr txBox="1">
            <a:spLocks noGrp="1"/>
          </p:cNvSpPr>
          <p:nvPr>
            <p:ph type="subTitle" idx="7"/>
          </p:nvPr>
        </p:nvSpPr>
        <p:spPr>
          <a:xfrm>
            <a:off x="3427800" y="3625418"/>
            <a:ext cx="2288400" cy="7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8" name="Google Shape;968;p82"/>
          <p:cNvSpPr txBox="1">
            <a:spLocks noGrp="1"/>
          </p:cNvSpPr>
          <p:nvPr>
            <p:ph type="title" idx="8" hasCustomPrompt="1"/>
          </p:nvPr>
        </p:nvSpPr>
        <p:spPr>
          <a:xfrm>
            <a:off x="3876600" y="1547225"/>
            <a:ext cx="13908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69" name="Google Shape;969;p82"/>
          <p:cNvSpPr txBox="1">
            <a:spLocks noGrp="1"/>
          </p:cNvSpPr>
          <p:nvPr>
            <p:ph type="subTitle" idx="9"/>
          </p:nvPr>
        </p:nvSpPr>
        <p:spPr>
          <a:xfrm>
            <a:off x="3427800" y="3272743"/>
            <a:ext cx="2288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70" name="Google Shape;970;p82"/>
          <p:cNvGrpSpPr/>
          <p:nvPr/>
        </p:nvGrpSpPr>
        <p:grpSpPr>
          <a:xfrm>
            <a:off x="-593262" y="-556475"/>
            <a:ext cx="9813462" cy="5699932"/>
            <a:chOff x="-593262" y="-556475"/>
            <a:chExt cx="9813462" cy="5699932"/>
          </a:xfrm>
        </p:grpSpPr>
        <p:sp>
          <p:nvSpPr>
            <p:cNvPr id="971" name="Google Shape;971;p82"/>
            <p:cNvSpPr/>
            <p:nvPr/>
          </p:nvSpPr>
          <p:spPr>
            <a:xfrm>
              <a:off x="-7957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82"/>
            <p:cNvSpPr/>
            <p:nvPr/>
          </p:nvSpPr>
          <p:spPr>
            <a:xfrm>
              <a:off x="-1417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82"/>
            <p:cNvSpPr/>
            <p:nvPr/>
          </p:nvSpPr>
          <p:spPr>
            <a:xfrm rot="10800000" flipH="1">
              <a:off x="-440933" y="-50"/>
              <a:ext cx="101011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82"/>
            <p:cNvSpPr/>
            <p:nvPr/>
          </p:nvSpPr>
          <p:spPr>
            <a:xfrm rot="-5400000" flipH="1">
              <a:off x="3949620" y="-4385790"/>
              <a:ext cx="1244900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82"/>
            <p:cNvSpPr/>
            <p:nvPr/>
          </p:nvSpPr>
          <p:spPr>
            <a:xfrm rot="-5400000" flipH="1">
              <a:off x="3949620" y="-4505958"/>
              <a:ext cx="1244900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82"/>
            <p:cNvSpPr/>
            <p:nvPr/>
          </p:nvSpPr>
          <p:spPr>
            <a:xfrm flipH="1">
              <a:off x="8036385" y="-50"/>
              <a:ext cx="101011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82"/>
            <p:cNvSpPr/>
            <p:nvPr/>
          </p:nvSpPr>
          <p:spPr>
            <a:xfrm flipH="1">
              <a:off x="8210088" y="-50"/>
              <a:ext cx="101011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82"/>
            <p:cNvSpPr/>
            <p:nvPr/>
          </p:nvSpPr>
          <p:spPr>
            <a:xfrm rot="10800000" flipH="1">
              <a:off x="-593262" y="-50"/>
              <a:ext cx="101011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83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1" name="Google Shape;981;p83"/>
          <p:cNvSpPr txBox="1">
            <a:spLocks noGrp="1"/>
          </p:cNvSpPr>
          <p:nvPr>
            <p:ph type="ctrTitle"/>
          </p:nvPr>
        </p:nvSpPr>
        <p:spPr>
          <a:xfrm>
            <a:off x="2769100" y="863575"/>
            <a:ext cx="3605700" cy="10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982" name="Google Shape;982;p83"/>
          <p:cNvSpPr txBox="1">
            <a:spLocks noGrp="1"/>
          </p:cNvSpPr>
          <p:nvPr>
            <p:ph type="subTitle" idx="1"/>
          </p:nvPr>
        </p:nvSpPr>
        <p:spPr>
          <a:xfrm>
            <a:off x="2896500" y="1807670"/>
            <a:ext cx="3351000" cy="112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3" name="Google Shape;983;p83"/>
          <p:cNvSpPr txBox="1">
            <a:spLocks noGrp="1"/>
          </p:cNvSpPr>
          <p:nvPr>
            <p:ph type="subTitle" idx="2"/>
          </p:nvPr>
        </p:nvSpPr>
        <p:spPr>
          <a:xfrm rot="-1231">
            <a:off x="2896500" y="3841325"/>
            <a:ext cx="3351000" cy="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84" name="Google Shape;984;p83"/>
          <p:cNvGrpSpPr/>
          <p:nvPr/>
        </p:nvGrpSpPr>
        <p:grpSpPr>
          <a:xfrm>
            <a:off x="128" y="-156852"/>
            <a:ext cx="9143866" cy="5636344"/>
            <a:chOff x="128" y="-156852"/>
            <a:chExt cx="9143866" cy="5636344"/>
          </a:xfrm>
        </p:grpSpPr>
        <p:sp>
          <p:nvSpPr>
            <p:cNvPr id="985" name="Google Shape;985;p83"/>
            <p:cNvSpPr/>
            <p:nvPr/>
          </p:nvSpPr>
          <p:spPr>
            <a:xfrm rot="5400000">
              <a:off x="4113627" y="-3998400"/>
              <a:ext cx="916869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83"/>
            <p:cNvSpPr/>
            <p:nvPr/>
          </p:nvSpPr>
          <p:spPr>
            <a:xfrm rot="5400000">
              <a:off x="4113627" y="-4270350"/>
              <a:ext cx="916869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83"/>
            <p:cNvSpPr/>
            <p:nvPr/>
          </p:nvSpPr>
          <p:spPr>
            <a:xfrm rot="5400000" flipH="1">
              <a:off x="4113627" y="263875"/>
              <a:ext cx="916869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83"/>
            <p:cNvSpPr/>
            <p:nvPr/>
          </p:nvSpPr>
          <p:spPr>
            <a:xfrm rot="5400000" flipH="1">
              <a:off x="4113627" y="449125"/>
              <a:ext cx="916869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83"/>
            <p:cNvSpPr/>
            <p:nvPr/>
          </p:nvSpPr>
          <p:spPr>
            <a:xfrm>
              <a:off x="7827625" y="0"/>
              <a:ext cx="826775" cy="5294118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83"/>
            <p:cNvSpPr/>
            <p:nvPr/>
          </p:nvSpPr>
          <p:spPr>
            <a:xfrm>
              <a:off x="7893025" y="0"/>
              <a:ext cx="826775" cy="5294118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83"/>
            <p:cNvSpPr/>
            <p:nvPr/>
          </p:nvSpPr>
          <p:spPr>
            <a:xfrm flipH="1">
              <a:off x="533725" y="0"/>
              <a:ext cx="826775" cy="5294118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83"/>
            <p:cNvSpPr/>
            <p:nvPr/>
          </p:nvSpPr>
          <p:spPr>
            <a:xfrm flipH="1">
              <a:off x="468325" y="0"/>
              <a:ext cx="826775" cy="5294118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3" name="Google Shape;993;p83"/>
          <p:cNvSpPr txBox="1"/>
          <p:nvPr/>
        </p:nvSpPr>
        <p:spPr>
          <a:xfrm>
            <a:off x="2896500" y="2927153"/>
            <a:ext cx="3351000" cy="7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This presentation template was created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and includes icons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and infographics &amp; images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2"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84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AND_BODY_1">
    <p:spTree>
      <p:nvGrpSpPr>
        <p:cNvPr id="1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85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8" name="Google Shape;998;p85"/>
          <p:cNvGrpSpPr/>
          <p:nvPr/>
        </p:nvGrpSpPr>
        <p:grpSpPr>
          <a:xfrm>
            <a:off x="-622550" y="0"/>
            <a:ext cx="10338825" cy="5143460"/>
            <a:chOff x="-622550" y="0"/>
            <a:chExt cx="10338825" cy="5143460"/>
          </a:xfrm>
        </p:grpSpPr>
        <p:sp>
          <p:nvSpPr>
            <p:cNvPr id="999" name="Google Shape;999;p85"/>
            <p:cNvSpPr/>
            <p:nvPr/>
          </p:nvSpPr>
          <p:spPr>
            <a:xfrm rot="10800000" flipH="1">
              <a:off x="-513887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85"/>
            <p:cNvSpPr/>
            <p:nvPr/>
          </p:nvSpPr>
          <p:spPr>
            <a:xfrm rot="10800000">
              <a:off x="835143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85"/>
            <p:cNvSpPr/>
            <p:nvPr/>
          </p:nvSpPr>
          <p:spPr>
            <a:xfrm rot="10800000">
              <a:off x="84713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85"/>
            <p:cNvSpPr/>
            <p:nvPr/>
          </p:nvSpPr>
          <p:spPr>
            <a:xfrm rot="10800000" flipH="1">
              <a:off x="-62255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TITLE_ONLY_2"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86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5" name="Google Shape;1005;p86"/>
          <p:cNvGrpSpPr/>
          <p:nvPr/>
        </p:nvGrpSpPr>
        <p:grpSpPr>
          <a:xfrm>
            <a:off x="-277700" y="0"/>
            <a:ext cx="9421707" cy="5143460"/>
            <a:chOff x="-277700" y="0"/>
            <a:chExt cx="9421707" cy="5143460"/>
          </a:xfrm>
        </p:grpSpPr>
        <p:sp>
          <p:nvSpPr>
            <p:cNvPr id="1006" name="Google Shape;1006;p86"/>
            <p:cNvSpPr/>
            <p:nvPr/>
          </p:nvSpPr>
          <p:spPr>
            <a:xfrm flipH="1">
              <a:off x="8236400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86"/>
            <p:cNvSpPr/>
            <p:nvPr/>
          </p:nvSpPr>
          <p:spPr>
            <a:xfrm flipH="1">
              <a:off x="8380386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86"/>
            <p:cNvSpPr/>
            <p:nvPr/>
          </p:nvSpPr>
          <p:spPr>
            <a:xfrm rot="10800000" flipH="1">
              <a:off x="-133714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86"/>
            <p:cNvSpPr/>
            <p:nvPr/>
          </p:nvSpPr>
          <p:spPr>
            <a:xfrm rot="10800000" flipH="1">
              <a:off x="-277700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TITLE_ONLY_1_1_1"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87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2" name="Google Shape;1012;p87"/>
          <p:cNvGrpSpPr/>
          <p:nvPr/>
        </p:nvGrpSpPr>
        <p:grpSpPr>
          <a:xfrm>
            <a:off x="-817348" y="-843883"/>
            <a:ext cx="10317923" cy="5987342"/>
            <a:chOff x="-817348" y="-843883"/>
            <a:chExt cx="10317923" cy="5987342"/>
          </a:xfrm>
        </p:grpSpPr>
        <p:sp>
          <p:nvSpPr>
            <p:cNvPr id="1013" name="Google Shape;1013;p87"/>
            <p:cNvSpPr/>
            <p:nvPr/>
          </p:nvSpPr>
          <p:spPr>
            <a:xfrm>
              <a:off x="-613573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87"/>
            <p:cNvSpPr/>
            <p:nvPr/>
          </p:nvSpPr>
          <p:spPr>
            <a:xfrm>
              <a:off x="86084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87"/>
            <p:cNvSpPr/>
            <p:nvPr/>
          </p:nvSpPr>
          <p:spPr>
            <a:xfrm>
              <a:off x="86738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87"/>
            <p:cNvSpPr/>
            <p:nvPr/>
          </p:nvSpPr>
          <p:spPr>
            <a:xfrm>
              <a:off x="-81734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87"/>
            <p:cNvSpPr/>
            <p:nvPr/>
          </p:nvSpPr>
          <p:spPr>
            <a:xfrm rot="5400000">
              <a:off x="5994125" y="-2615937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87"/>
            <p:cNvSpPr/>
            <p:nvPr/>
          </p:nvSpPr>
          <p:spPr>
            <a:xfrm rot="5400000">
              <a:off x="5994125" y="-2793162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53.xml"/><Relationship Id="rId26" Type="http://schemas.openxmlformats.org/officeDocument/2006/relationships/slideLayout" Target="../slideLayouts/slideLayout54.xml"/><Relationship Id="rId27" Type="http://schemas.openxmlformats.org/officeDocument/2006/relationships/slideLayout" Target="../slideLayouts/slideLayout55.xml"/><Relationship Id="rId28" Type="http://schemas.openxmlformats.org/officeDocument/2006/relationships/slideLayout" Target="../slideLayouts/slideLayout56.xml"/><Relationship Id="rId29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9.xml"/><Relationship Id="rId4" Type="http://schemas.openxmlformats.org/officeDocument/2006/relationships/slideLayout" Target="../slideLayouts/slideLayout60.xml"/><Relationship Id="rId5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3.xml"/><Relationship Id="rId8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70.xml"/><Relationship Id="rId15" Type="http://schemas.openxmlformats.org/officeDocument/2006/relationships/slideLayout" Target="../slideLayouts/slideLayout71.xml"/><Relationship Id="rId16" Type="http://schemas.openxmlformats.org/officeDocument/2006/relationships/slideLayout" Target="../slideLayouts/slideLayout72.xml"/><Relationship Id="rId17" Type="http://schemas.openxmlformats.org/officeDocument/2006/relationships/slideLayout" Target="../slideLayouts/slideLayout73.xml"/><Relationship Id="rId18" Type="http://schemas.openxmlformats.org/officeDocument/2006/relationships/slideLayout" Target="../slideLayouts/slideLayout74.xml"/><Relationship Id="rId19" Type="http://schemas.openxmlformats.org/officeDocument/2006/relationships/slideLayout" Target="../slideLayouts/slideLayout75.xml"/><Relationship Id="rId20" Type="http://schemas.openxmlformats.org/officeDocument/2006/relationships/slideLayout" Target="../slideLayouts/slideLayout76.xml"/><Relationship Id="rId21" Type="http://schemas.openxmlformats.org/officeDocument/2006/relationships/slideLayout" Target="../slideLayouts/slideLayout77.xml"/><Relationship Id="rId22" Type="http://schemas.openxmlformats.org/officeDocument/2006/relationships/slideLayout" Target="../slideLayouts/slideLayout78.xml"/><Relationship Id="rId23" Type="http://schemas.openxmlformats.org/officeDocument/2006/relationships/slideLayout" Target="../slideLayouts/slideLayout79.xml"/><Relationship Id="rId24" Type="http://schemas.openxmlformats.org/officeDocument/2006/relationships/slideLayout" Target="../slideLayouts/slideLayout80.xml"/><Relationship Id="rId25" Type="http://schemas.openxmlformats.org/officeDocument/2006/relationships/slideLayout" Target="../slideLayouts/slideLayout81.xml"/><Relationship Id="rId26" Type="http://schemas.openxmlformats.org/officeDocument/2006/relationships/slideLayout" Target="../slideLayouts/slideLayout82.xml"/><Relationship Id="rId27" Type="http://schemas.openxmlformats.org/officeDocument/2006/relationships/slideLayout" Target="../slideLayouts/slideLayout83.xml"/><Relationship Id="rId28" Type="http://schemas.openxmlformats.org/officeDocument/2006/relationships/slideLayout" Target="../slideLayouts/slideLayout84.xml"/><Relationship Id="rId2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74500"/>
            <a:ext cx="770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 b="0" i="0" u="none" strike="noStrike" cap="none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 b="0" i="0" u="none" strike="noStrike" cap="none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 b="0" i="0" u="none" strike="noStrike" cap="none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 b="0" i="0" u="none" strike="noStrike" cap="none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 b="0" i="0" u="none" strike="noStrike" cap="none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 b="0" i="0" u="none" strike="noStrike" cap="none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 b="0" i="0" u="none" strike="noStrike" cap="none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 b="0" i="0" u="none" strike="noStrike" cap="none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 b="0" i="0" u="none" strike="noStrike" cap="none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9pPr>
          </a:lstStyle>
          <a:p>
            <a:endParaRPr/>
          </a:p>
        </p:txBody>
      </p:sp>
      <p:sp>
        <p:nvSpPr>
          <p:cNvPr id="345" name="Google Shape;345;p30"/>
          <p:cNvSpPr txBox="1">
            <a:spLocks noGrp="1"/>
          </p:cNvSpPr>
          <p:nvPr>
            <p:ph type="body" idx="1"/>
          </p:nvPr>
        </p:nvSpPr>
        <p:spPr>
          <a:xfrm>
            <a:off x="720000" y="1174500"/>
            <a:ext cx="770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  <p:sldLayoutId id="2147483697" r:id="rId22"/>
    <p:sldLayoutId id="2147483698" r:id="rId23"/>
    <p:sldLayoutId id="2147483699" r:id="rId24"/>
    <p:sldLayoutId id="2147483700" r:id="rId25"/>
    <p:sldLayoutId id="2147483701" r:id="rId26"/>
    <p:sldLayoutId id="2147483702" r:id="rId27"/>
    <p:sldLayoutId id="2147483703" r:id="rId2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5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9pPr>
          </a:lstStyle>
          <a:p>
            <a:endParaRPr/>
          </a:p>
        </p:txBody>
      </p:sp>
      <p:sp>
        <p:nvSpPr>
          <p:cNvPr id="683" name="Google Shape;683;p59"/>
          <p:cNvSpPr txBox="1">
            <a:spLocks noGrp="1"/>
          </p:cNvSpPr>
          <p:nvPr>
            <p:ph type="body" idx="1"/>
          </p:nvPr>
        </p:nvSpPr>
        <p:spPr>
          <a:xfrm>
            <a:off x="720000" y="1174500"/>
            <a:ext cx="770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22" r:id="rId19"/>
    <p:sldLayoutId id="2147483723" r:id="rId20"/>
    <p:sldLayoutId id="2147483724" r:id="rId21"/>
    <p:sldLayoutId id="2147483725" r:id="rId22"/>
    <p:sldLayoutId id="2147483726" r:id="rId23"/>
    <p:sldLayoutId id="2147483727" r:id="rId24"/>
    <p:sldLayoutId id="2147483728" r:id="rId25"/>
    <p:sldLayoutId id="2147483729" r:id="rId26"/>
    <p:sldLayoutId id="2147483730" r:id="rId27"/>
    <p:sldLayoutId id="2147483731" r:id="rId2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chart" Target="../charts/char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chart" Target="../charts/char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chart" Target="../charts/char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chart" Target="../charts/char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chart" Target="../charts/chart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chart" Target="../charts/chart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/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 1</a:t>
            </a:r>
            <a:endParaRPr sz="5900"/>
          </a:p>
        </p:txBody>
      </p:sp>
      <p:cxnSp>
        <p:nvCxnSpPr>
          <p:cNvPr id="1024" name="Google Shape;1024;p88"/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/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pic>
        <p:nvPicPr>
          <p:cNvPr id="1046" name="Picture 1045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4709" y="1860873"/>
            <a:ext cx="1116900" cy="1183200"/>
          </a:xfrm>
          <a:prstGeom prst="rect">
            <a:avLst/>
          </a:prstGeom>
        </p:spPr>
      </p:pic>
      <p:pic>
        <p:nvPicPr>
          <p:cNvPr id="1044" name="Picture 1043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7556" y="2245654"/>
            <a:ext cx="1116900" cy="1183200"/>
          </a:xfrm>
          <a:prstGeom prst="rect">
            <a:avLst/>
          </a:prstGeom>
        </p:spPr>
      </p:pic>
      <p:pic>
        <p:nvPicPr>
          <p:cNvPr id="1043" name="Picture 1042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011" y="2195835"/>
            <a:ext cx="1116900" cy="1183200"/>
          </a:xfrm>
          <a:prstGeom prst="rect">
            <a:avLst/>
          </a:prstGeom>
        </p:spPr>
      </p:pic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/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Sam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/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1</a:t>
            </a:r>
            <a:endParaRPr/>
          </a:p>
        </p:txBody>
      </p:sp>
      <p:pic>
        <p:nvPicPr>
          <p:cNvPr id="1036" name="Google Shape;1036;p89"/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/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89"/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/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Riley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/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Taylor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/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45" name="Chart 1044"/>
          <p:cNvGraphicFramePr>
            <a:graphicFrameLocks noGrp="1"/>
          </p:cNvGraphicFramePr>
          <p:nvPr/>
        </p:nvGraphicFramePr>
        <p:xfrm>
          <a:off x="4210659" y="841991"/>
          <a:ext cx="4592700" cy="40053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4AD682FE-53C4-89F4-CD92-A34C43987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4A4FDC65-67AC-378A-C216-A18DA7644E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 2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7D0A7CD1-2C60-E22E-7C8F-C5ECE1BE8CB8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6124EC7F-4E8F-C5FF-736E-49F2AD32E817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597871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pic>
        <p:nvPicPr>
          <p:cNvPr id="1047" name="Picture 1046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3159" y="1860873"/>
            <a:ext cx="558450" cy="1183200"/>
          </a:xfrm>
          <a:prstGeom prst="rect">
            <a:avLst/>
          </a:prstGeom>
        </p:spPr>
      </p:pic>
      <p:pic>
        <p:nvPicPr>
          <p:cNvPr id="1046" name="Picture 1045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4709" y="1860873"/>
            <a:ext cx="558450" cy="1183200"/>
          </a:xfrm>
          <a:prstGeom prst="rect">
            <a:avLst/>
          </a:prstGeom>
        </p:spPr>
      </p:pic>
      <p:pic>
        <p:nvPicPr>
          <p:cNvPr id="1044" name="Picture 1043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7556" y="2245654"/>
            <a:ext cx="1116900" cy="1183200"/>
          </a:xfrm>
          <a:prstGeom prst="rect">
            <a:avLst/>
          </a:prstGeom>
        </p:spPr>
      </p:pic>
      <p:pic>
        <p:nvPicPr>
          <p:cNvPr id="1043" name="Picture 1042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011" y="2195835"/>
            <a:ext cx="1116900" cy="1183200"/>
          </a:xfrm>
          <a:prstGeom prst="rect">
            <a:avLst/>
          </a:prstGeom>
        </p:spPr>
      </p:pic>
      <p:nvGrpSpPr>
        <p:cNvPr id="1" name="Shape 1029">
          <a:extLst>
            <a:ext uri="{FF2B5EF4-FFF2-40B4-BE49-F238E27FC236}">
              <a16:creationId xmlns:a16="http://schemas.microsoft.com/office/drawing/2014/main" id="{B118E416-A31F-89E5-0122-406633DD0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7CDD85A3-9CEF-7270-9060-78C65535EC56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Drew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7529152D-9295-FED2-7418-0AA20516C38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BE7E70A7-0F3E-9DB5-1A4A-59D41CE829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2</a:t>
            </a:r>
            <a:endParaRPr/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B41B56ED-3B64-02C9-30C7-745E302DCD6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307A1869-B847-A19B-55A7-486028FEA59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E80219D9-AAC4-3628-B56C-FDF0B34BF68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C0F2DE99-EE49-F08E-07EA-5D5426D809C1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Morgan, Jordan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FE63D0DF-F6AF-7D43-5204-ECA5F165ACF8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Casey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29C43B9A-6024-3116-40A1-AA5BBA54A98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45" name="Chart 1044"/>
          <p:cNvGraphicFramePr>
            <a:graphicFrameLocks noGrp="1"/>
          </p:cNvGraphicFramePr>
          <p:nvPr/>
        </p:nvGraphicFramePr>
        <p:xfrm>
          <a:off x="4210659" y="841991"/>
          <a:ext cx="4592700" cy="40053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  <p:extLst>
      <p:ext uri="{BB962C8B-B14F-4D97-AF65-F5344CB8AC3E}">
        <p14:creationId xmlns:p14="http://schemas.microsoft.com/office/powerpoint/2010/main" val="4273552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9EA73990-1A9C-CE12-E442-F9293DCEF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926A1785-ECED-D399-73B5-19359BA903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 3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DBE8F3DE-EA05-AB4C-61BE-49C0E45B8DAC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F64496ED-31CE-198B-7291-1C999AD42BEB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468074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pic>
        <p:nvPicPr>
          <p:cNvPr id="1049" name="Picture 1048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4709" y="1860873"/>
            <a:ext cx="1116900" cy="1183200"/>
          </a:xfrm>
          <a:prstGeom prst="rect">
            <a:avLst/>
          </a:prstGeom>
        </p:spPr>
      </p:pic>
      <p:pic>
        <p:nvPicPr>
          <p:cNvPr id="1047" name="Picture 1046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5231" y="2245654"/>
            <a:ext cx="279225" cy="1183200"/>
          </a:xfrm>
          <a:prstGeom prst="rect">
            <a:avLst/>
          </a:prstGeom>
        </p:spPr>
      </p:pic>
      <p:pic>
        <p:nvPicPr>
          <p:cNvPr id="1046" name="Picture 1045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6006" y="2245654"/>
            <a:ext cx="279225" cy="1183200"/>
          </a:xfrm>
          <a:prstGeom prst="rect">
            <a:avLst/>
          </a:prstGeom>
        </p:spPr>
      </p:pic>
      <p:pic>
        <p:nvPicPr>
          <p:cNvPr id="1045" name="Picture 1044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6781" y="2245654"/>
            <a:ext cx="279225" cy="1183200"/>
          </a:xfrm>
          <a:prstGeom prst="rect">
            <a:avLst/>
          </a:prstGeom>
        </p:spPr>
      </p:pic>
      <p:pic>
        <p:nvPicPr>
          <p:cNvPr id="1044" name="Picture 1043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7556" y="2245654"/>
            <a:ext cx="279225" cy="1183200"/>
          </a:xfrm>
          <a:prstGeom prst="rect">
            <a:avLst/>
          </a:prstGeom>
        </p:spPr>
      </p:pic>
      <p:pic>
        <p:nvPicPr>
          <p:cNvPr id="1043" name="Picture 1042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011" y="2195835"/>
            <a:ext cx="1116900" cy="1183200"/>
          </a:xfrm>
          <a:prstGeom prst="rect">
            <a:avLst/>
          </a:prstGeom>
        </p:spPr>
      </p:pic>
      <p:nvGrpSpPr>
        <p:cNvPr id="1" name="Shape 1029">
          <a:extLst>
            <a:ext uri="{FF2B5EF4-FFF2-40B4-BE49-F238E27FC236}">
              <a16:creationId xmlns:a16="http://schemas.microsoft.com/office/drawing/2014/main" id="{A3783068-FAF9-BF1B-D2D6-A2AC42E18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7129F3A8-E454-6317-C5B7-C29A4C31C3FA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Casey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37E2EB5D-A097-D8B5-07C4-62505AA0C8F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3AEA2635-AFEC-A5E2-002E-4009BCB68C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3</a:t>
            </a:r>
            <a:endParaRPr/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C521E774-8215-AFBE-8240-A3569F1A284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E0D57602-8BE1-82FA-651E-F5E8D7CB4DF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9BE3763C-D9DB-6C52-886C-61F4FF6F7A3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72FA0FDE-5645-B753-9D09-F2C774CEBD45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Riley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680A8599-7343-14A3-8784-631720327C4A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Drew, Jesse, ...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765D8E35-210B-68F0-3FBE-B527250C690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48" name="Chart 1047"/>
          <p:cNvGraphicFramePr>
            <a:graphicFrameLocks noGrp="1"/>
          </p:cNvGraphicFramePr>
          <p:nvPr/>
        </p:nvGraphicFramePr>
        <p:xfrm>
          <a:off x="4210659" y="841991"/>
          <a:ext cx="4592700" cy="40053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  <p:extLst>
      <p:ext uri="{BB962C8B-B14F-4D97-AF65-F5344CB8AC3E}">
        <p14:creationId xmlns:p14="http://schemas.microsoft.com/office/powerpoint/2010/main" val="2725399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95F18F29-76F4-0A0C-2A1B-3EB910011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8A11710A-5CFC-9D7D-BA52-3E3747AECA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 4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36143B70-29CD-AB16-D751-71D2572BF7EF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4350251C-A40E-C199-31C1-DBB470BB19B6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630456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pic>
        <p:nvPicPr>
          <p:cNvPr id="1047" name="Picture 1046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4709" y="1860873"/>
            <a:ext cx="1116900" cy="1183200"/>
          </a:xfrm>
          <a:prstGeom prst="rect">
            <a:avLst/>
          </a:prstGeom>
        </p:spPr>
      </p:pic>
      <p:pic>
        <p:nvPicPr>
          <p:cNvPr id="1045" name="Picture 1044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7556" y="2245654"/>
            <a:ext cx="1116900" cy="1183200"/>
          </a:xfrm>
          <a:prstGeom prst="rect">
            <a:avLst/>
          </a:prstGeom>
        </p:spPr>
      </p:pic>
      <p:pic>
        <p:nvPicPr>
          <p:cNvPr id="1044" name="Picture 1043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461" y="2195835"/>
            <a:ext cx="558450" cy="1183200"/>
          </a:xfrm>
          <a:prstGeom prst="rect">
            <a:avLst/>
          </a:prstGeom>
        </p:spPr>
      </p:pic>
      <p:pic>
        <p:nvPicPr>
          <p:cNvPr id="1043" name="Picture 1042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011" y="2195835"/>
            <a:ext cx="558450" cy="1183200"/>
          </a:xfrm>
          <a:prstGeom prst="rect">
            <a:avLst/>
          </a:prstGeom>
        </p:spPr>
      </p:pic>
      <p:nvGrpSpPr>
        <p:cNvPr id="1" name="Shape 1029">
          <a:extLst>
            <a:ext uri="{FF2B5EF4-FFF2-40B4-BE49-F238E27FC236}">
              <a16:creationId xmlns:a16="http://schemas.microsoft.com/office/drawing/2014/main" id="{C6D3C80F-C20E-557B-7D9E-0F154C7B3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D1ABEB8F-BB8C-5E10-F53A-F6A31A1640F1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Alex, Louise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8BE5A101-F4C1-0C19-8FC4-5186060BCB3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AA1973ED-072A-BC16-DEF0-DE9C55AF87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4</a:t>
            </a:r>
            <a:endParaRPr/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15B5921C-34A3-D6D3-A553-0657656A2AB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6137C2F9-49C7-205C-BDF3-C936DA05B0F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2C309D6C-CF35-1E9E-F137-699EF5B9DBA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8C8D954B-8830-3EFC-E6C5-C399D8444F02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Casey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CEF1E3B7-3201-79CE-D21B-215D43D644A8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Taylor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4FABC5A9-55F1-E0CC-87F9-3003061F42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46" name="Chart 1045"/>
          <p:cNvGraphicFramePr>
            <a:graphicFrameLocks noGrp="1"/>
          </p:cNvGraphicFramePr>
          <p:nvPr/>
        </p:nvGraphicFramePr>
        <p:xfrm>
          <a:off x="4210659" y="841991"/>
          <a:ext cx="4592700" cy="40053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  <p:extLst>
      <p:ext uri="{BB962C8B-B14F-4D97-AF65-F5344CB8AC3E}">
        <p14:creationId xmlns:p14="http://schemas.microsoft.com/office/powerpoint/2010/main" val="1353695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714961AE-A074-F5C8-40F7-2004DC1D8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84A2A91A-B28E-5BAD-2EE1-B22AB0B563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 5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B304BC4E-A59C-2447-2A1A-07D4CEBBD91F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8C8AF0D1-F25F-7F41-E319-FA057AA93A08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400319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pic>
        <p:nvPicPr>
          <p:cNvPr id="1049" name="Picture 1048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3159" y="1860873"/>
            <a:ext cx="558450" cy="1183200"/>
          </a:xfrm>
          <a:prstGeom prst="rect">
            <a:avLst/>
          </a:prstGeom>
        </p:spPr>
      </p:pic>
      <p:pic>
        <p:nvPicPr>
          <p:cNvPr id="1048" name="Picture 1047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4709" y="1860873"/>
            <a:ext cx="558450" cy="1183200"/>
          </a:xfrm>
          <a:prstGeom prst="rect">
            <a:avLst/>
          </a:prstGeom>
        </p:spPr>
      </p:pic>
      <p:pic>
        <p:nvPicPr>
          <p:cNvPr id="1046" name="Picture 1045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7556" y="2245654"/>
            <a:ext cx="1116900" cy="1183200"/>
          </a:xfrm>
          <a:prstGeom prst="rect">
            <a:avLst/>
          </a:prstGeom>
        </p:spPr>
      </p:pic>
      <p:pic>
        <p:nvPicPr>
          <p:cNvPr id="1045" name="Picture 1044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7611" y="2195835"/>
            <a:ext cx="372300" cy="1183200"/>
          </a:xfrm>
          <a:prstGeom prst="rect">
            <a:avLst/>
          </a:prstGeom>
        </p:spPr>
      </p:pic>
      <p:pic>
        <p:nvPicPr>
          <p:cNvPr id="1044" name="Picture 1043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11" y="2195835"/>
            <a:ext cx="372300" cy="1183200"/>
          </a:xfrm>
          <a:prstGeom prst="rect">
            <a:avLst/>
          </a:prstGeom>
        </p:spPr>
      </p:pic>
      <p:pic>
        <p:nvPicPr>
          <p:cNvPr id="1043" name="Picture 1042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011" y="2195835"/>
            <a:ext cx="372300" cy="1183200"/>
          </a:xfrm>
          <a:prstGeom prst="rect">
            <a:avLst/>
          </a:prstGeom>
        </p:spPr>
      </p:pic>
      <p:nvGrpSpPr>
        <p:cNvPr id="1" name="Shape 1029">
          <a:extLst>
            <a:ext uri="{FF2B5EF4-FFF2-40B4-BE49-F238E27FC236}">
              <a16:creationId xmlns:a16="http://schemas.microsoft.com/office/drawing/2014/main" id="{01695663-7DC9-D92B-31B8-327AB65A0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38AD01AD-0F7C-6A6E-CDD9-BB538C3F5D9F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Morgan, Jordan, ...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C38F685D-2C10-DE5D-0EF2-B94B1231F6E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214A433D-D399-F2CA-0D73-BD97ACA671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5</a:t>
            </a:r>
            <a:endParaRPr/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9D7999D8-4B3A-E516-9F05-E0BEA232F7D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4F0DD308-CF18-FA53-4A44-DDAFFF4E94A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308E4483-49F1-AA27-4FD5-FA3125193E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C438DA9F-B016-7FD3-A77C-DA98F0D94456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Alex, Drew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2014A87C-5933-0F4E-ED41-8F0DF6ADE87D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Jesse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0D6670C6-0109-7B85-7B9D-E7C093C06FE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47" name="Chart 1046"/>
          <p:cNvGraphicFramePr>
            <a:graphicFrameLocks noGrp="1"/>
          </p:cNvGraphicFramePr>
          <p:nvPr/>
        </p:nvGraphicFramePr>
        <p:xfrm>
          <a:off x="4210659" y="841991"/>
          <a:ext cx="4592700" cy="40053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  <p:extLst>
      <p:ext uri="{BB962C8B-B14F-4D97-AF65-F5344CB8AC3E}">
        <p14:creationId xmlns:p14="http://schemas.microsoft.com/office/powerpoint/2010/main" val="870705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2BB6C303-0F67-E83E-6061-03C613963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FB644A40-1528-251B-55A8-B1204549AA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 6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969E35D9-407E-2801-1B25-68BBFE8FCB9E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275D5095-3AFD-D31D-6183-A2C35A2466A4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502781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pic>
        <p:nvPicPr>
          <p:cNvPr id="1046" name="Picture 1045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4709" y="1860873"/>
            <a:ext cx="1116900" cy="1183200"/>
          </a:xfrm>
          <a:prstGeom prst="rect">
            <a:avLst/>
          </a:prstGeom>
        </p:spPr>
      </p:pic>
      <p:pic>
        <p:nvPicPr>
          <p:cNvPr id="1044" name="Picture 1043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7556" y="2245654"/>
            <a:ext cx="1116900" cy="1183200"/>
          </a:xfrm>
          <a:prstGeom prst="rect">
            <a:avLst/>
          </a:prstGeom>
        </p:spPr>
      </p:pic>
      <p:pic>
        <p:nvPicPr>
          <p:cNvPr id="1043" name="Picture 1042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011" y="2195835"/>
            <a:ext cx="1116900" cy="1183200"/>
          </a:xfrm>
          <a:prstGeom prst="rect">
            <a:avLst/>
          </a:prstGeom>
        </p:spPr>
      </p:pic>
      <p:nvGrpSpPr>
        <p:cNvPr id="1" name="Shape 1029">
          <a:extLst>
            <a:ext uri="{FF2B5EF4-FFF2-40B4-BE49-F238E27FC236}">
              <a16:creationId xmlns:a16="http://schemas.microsoft.com/office/drawing/2014/main" id="{EF22CCB0-E3FF-9E55-C355-EC1C114DB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04BE8FE0-35F2-2D25-65E2-E9BE96EBCF30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Taylor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4D8EF94E-1957-0FBD-9785-DB1C2EDA143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05D56212-3AE5-77E0-88DD-B929D0A3E6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6</a:t>
            </a:r>
            <a:endParaRPr/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30A4702F-2CFF-2FE9-DA54-D48A415B3E5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91CB4070-411D-B964-AC5F-74F5F32637A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AED21DAB-D47B-9464-5BD2-D78882E701A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45A6D2BC-3DAB-D1F7-CC9A-B23C076AB268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Jordan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43C330FD-8498-0362-F047-DC7717614EB5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Riley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A4B232F8-741E-08E8-A785-9A7037009B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45" name="Chart 1044"/>
          <p:cNvGraphicFramePr>
            <a:graphicFrameLocks noGrp="1"/>
          </p:cNvGraphicFramePr>
          <p:nvPr/>
        </p:nvGraphicFramePr>
        <p:xfrm>
          <a:off x="4210659" y="841991"/>
          <a:ext cx="4592700" cy="40053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  <p:extLst>
      <p:ext uri="{BB962C8B-B14F-4D97-AF65-F5344CB8AC3E}">
        <p14:creationId xmlns:p14="http://schemas.microsoft.com/office/powerpoint/2010/main" val="3563646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3BE03FD4-D01C-82E1-8739-EF002BC0F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741CB40F-7892-42CA-88D9-41ED9C73E0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 7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4E219926-3979-E1DB-4DFD-17FF8478963B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A2DFD958-1A7A-4ADF-BC8C-11F1A299E31B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532656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pic>
        <p:nvPicPr>
          <p:cNvPr id="1046" name="Picture 1045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4709" y="1860873"/>
            <a:ext cx="1116900" cy="1183200"/>
          </a:xfrm>
          <a:prstGeom prst="rect">
            <a:avLst/>
          </a:prstGeom>
        </p:spPr>
      </p:pic>
      <p:pic>
        <p:nvPicPr>
          <p:cNvPr id="1044" name="Picture 1043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7556" y="2245654"/>
            <a:ext cx="1116900" cy="1183200"/>
          </a:xfrm>
          <a:prstGeom prst="rect">
            <a:avLst/>
          </a:prstGeom>
        </p:spPr>
      </p:pic>
      <p:pic>
        <p:nvPicPr>
          <p:cNvPr id="1043" name="Picture 1042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011" y="2195835"/>
            <a:ext cx="1116900" cy="1183200"/>
          </a:xfrm>
          <a:prstGeom prst="rect">
            <a:avLst/>
          </a:prstGeom>
        </p:spPr>
      </p:pic>
      <p:nvGrpSpPr>
        <p:cNvPr id="1" name="Shape 1029">
          <a:extLst>
            <a:ext uri="{FF2B5EF4-FFF2-40B4-BE49-F238E27FC236}">
              <a16:creationId xmlns:a16="http://schemas.microsoft.com/office/drawing/2014/main" id="{6996E1C3-8C6C-A420-F531-B7595378B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3FEA85A9-ADF3-54B9-1328-CE882890F5B7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Alex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E7883107-37C0-FC6C-4A02-09BCC848266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8EB3DDCB-7174-4DE9-CD76-8C4463BA69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7</a:t>
            </a:r>
            <a:endParaRPr/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E5B16B36-5EDE-03E9-83F1-2AA5A6D4846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9C0300A5-28F0-8436-0584-C088E715F6E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FDCB8DD1-04CC-1D6E-9B8E-8C9067DBD7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22780F20-D49B-8F04-EA40-D083625771C0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Riley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41BD07FE-0BF7-9364-6735-8B39F0E68C9A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Morgan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6019D92C-1167-75F7-2EA4-49B36515DD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45" name="Chart 1044"/>
          <p:cNvGraphicFramePr>
            <a:graphicFrameLocks noGrp="1"/>
          </p:cNvGraphicFramePr>
          <p:nvPr/>
        </p:nvGraphicFramePr>
        <p:xfrm>
          <a:off x="4210659" y="841991"/>
          <a:ext cx="4592700" cy="40053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  <p:extLst>
      <p:ext uri="{BB962C8B-B14F-4D97-AF65-F5344CB8AC3E}">
        <p14:creationId xmlns:p14="http://schemas.microsoft.com/office/powerpoint/2010/main" val="3122891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98CABE5C-8B87-2610-4D73-8C665B0DF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1B63086A-EBF3-E31C-6EB2-59578003C2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 8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D0C97EC3-9C28-3A92-6B4A-3A2D04F43BAA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157625D2-7D96-DB97-A01A-AE3112F69165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874483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pic>
        <p:nvPicPr>
          <p:cNvPr id="1047" name="Picture 1046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4709" y="1860873"/>
            <a:ext cx="1116900" cy="1183200"/>
          </a:xfrm>
          <a:prstGeom prst="rect">
            <a:avLst/>
          </a:prstGeom>
        </p:spPr>
      </p:pic>
      <p:pic>
        <p:nvPicPr>
          <p:cNvPr id="1045" name="Picture 1044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6006" y="2245654"/>
            <a:ext cx="558450" cy="1183200"/>
          </a:xfrm>
          <a:prstGeom prst="rect">
            <a:avLst/>
          </a:prstGeom>
        </p:spPr>
      </p:pic>
      <p:pic>
        <p:nvPicPr>
          <p:cNvPr id="1044" name="Picture 1043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7556" y="2245654"/>
            <a:ext cx="558450" cy="1183200"/>
          </a:xfrm>
          <a:prstGeom prst="rect">
            <a:avLst/>
          </a:prstGeom>
        </p:spPr>
      </p:pic>
      <p:pic>
        <p:nvPicPr>
          <p:cNvPr id="1043" name="Picture 1042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011" y="2195835"/>
            <a:ext cx="1116900" cy="1183200"/>
          </a:xfrm>
          <a:prstGeom prst="rect">
            <a:avLst/>
          </a:prstGeom>
        </p:spPr>
      </p:pic>
      <p:nvGrpSpPr>
        <p:cNvPr id="1" name="Shape 1029">
          <a:extLst>
            <a:ext uri="{FF2B5EF4-FFF2-40B4-BE49-F238E27FC236}">
              <a16:creationId xmlns:a16="http://schemas.microsoft.com/office/drawing/2014/main" id="{9F5FA402-2F85-8E41-2E6D-360EAE855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5DCB9318-A813-6574-0730-08479EC9DCD3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Alex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D283FE50-C22B-E45E-E28F-5E9E472B1FC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8A782BD4-9C0C-00B7-E69B-470890B2A2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8</a:t>
            </a:r>
            <a:endParaRPr/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C99FB973-7855-8365-57B3-170A5461ED7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83025F02-77C0-4EC4-9135-4D76040C1E2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EB3FA969-E7FD-8FB0-2C57-B79A18A5DAE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AF5FEA03-E770-2FB0-7A2C-4FB8C6A1CD9C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Louise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DFE71B89-0917-F293-3C36-9444A681E7BB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Taylor, Drew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428B0B48-AC27-CEDC-60D9-292683D63C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46" name="Chart 1045"/>
          <p:cNvGraphicFramePr>
            <a:graphicFrameLocks noGrp="1"/>
          </p:cNvGraphicFramePr>
          <p:nvPr/>
        </p:nvGraphicFramePr>
        <p:xfrm>
          <a:off x="4210659" y="841991"/>
          <a:ext cx="4592700" cy="40053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  <p:extLst>
      <p:ext uri="{BB962C8B-B14F-4D97-AF65-F5344CB8AC3E}">
        <p14:creationId xmlns:p14="http://schemas.microsoft.com/office/powerpoint/2010/main" val="25864647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B52E902B-1FA6-8845-9131-9F68AD7A7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6FD590D3-C96C-2797-D131-0E102375A5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 9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07E111D7-EE31-20E1-76D6-9D46B37F338D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A94C43D0-8EFC-BEE9-3332-4B82C84A2ECC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1300324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pic>
        <p:nvPicPr>
          <p:cNvPr id="1050" name="Picture 1049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4709" y="1860873"/>
            <a:ext cx="1116900" cy="1183200"/>
          </a:xfrm>
          <a:prstGeom prst="rect">
            <a:avLst/>
          </a:prstGeom>
        </p:spPr>
      </p:pic>
      <p:pic>
        <p:nvPicPr>
          <p:cNvPr id="1048" name="Picture 1047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5231" y="2245654"/>
            <a:ext cx="279225" cy="1183200"/>
          </a:xfrm>
          <a:prstGeom prst="rect">
            <a:avLst/>
          </a:prstGeom>
        </p:spPr>
      </p:pic>
      <p:pic>
        <p:nvPicPr>
          <p:cNvPr id="1047" name="Picture 1046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6006" y="2245654"/>
            <a:ext cx="279225" cy="1183200"/>
          </a:xfrm>
          <a:prstGeom prst="rect">
            <a:avLst/>
          </a:prstGeom>
        </p:spPr>
      </p:pic>
      <p:pic>
        <p:nvPicPr>
          <p:cNvPr id="1046" name="Picture 1045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6781" y="2245654"/>
            <a:ext cx="279225" cy="1183200"/>
          </a:xfrm>
          <a:prstGeom prst="rect">
            <a:avLst/>
          </a:prstGeom>
        </p:spPr>
      </p:pic>
      <p:pic>
        <p:nvPicPr>
          <p:cNvPr id="1045" name="Picture 1044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7556" y="2245654"/>
            <a:ext cx="279225" cy="1183200"/>
          </a:xfrm>
          <a:prstGeom prst="rect">
            <a:avLst/>
          </a:prstGeom>
        </p:spPr>
      </p:pic>
      <p:pic>
        <p:nvPicPr>
          <p:cNvPr id="1044" name="Picture 1043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461" y="2195835"/>
            <a:ext cx="558450" cy="1183200"/>
          </a:xfrm>
          <a:prstGeom prst="rect">
            <a:avLst/>
          </a:prstGeom>
        </p:spPr>
      </p:pic>
      <p:pic>
        <p:nvPicPr>
          <p:cNvPr id="1043" name="Picture 1042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011" y="2195835"/>
            <a:ext cx="558450" cy="1183200"/>
          </a:xfrm>
          <a:prstGeom prst="rect">
            <a:avLst/>
          </a:prstGeom>
        </p:spPr>
      </p:pic>
      <p:nvGrpSpPr>
        <p:cNvPr id="1" name="Shape 1029">
          <a:extLst>
            <a:ext uri="{FF2B5EF4-FFF2-40B4-BE49-F238E27FC236}">
              <a16:creationId xmlns:a16="http://schemas.microsoft.com/office/drawing/2014/main" id="{FCC06387-FCF5-20AA-7C5A-2C7C0B10B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18E93EBF-DDF0-171F-5F12-4B86909AF04B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Jordan, Alex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DF8CFC94-5274-5CBE-9A78-0D0AA1EB3B1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EB7D4541-312E-41FB-B70A-312524F281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9</a:t>
            </a:r>
            <a:endParaRPr/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6749030E-0F9A-38F9-BAD1-2887D0F12D1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CC9487D1-DAD0-53C8-82F5-4A91F6DA25C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4D8A3A1B-7060-8C33-7A6D-4A83D7D988C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13B3BFF1-FDD9-F9B6-F493-CA37039B4EB9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Morgan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4D916329-6174-B1F4-B7D4-AC919318EAD3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Drew, Taylor, ...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9221A382-7AA2-6BBC-798A-38649370CC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49" name="Chart 1048"/>
          <p:cNvGraphicFramePr>
            <a:graphicFrameLocks noGrp="1"/>
          </p:cNvGraphicFramePr>
          <p:nvPr/>
        </p:nvGraphicFramePr>
        <p:xfrm>
          <a:off x="4210659" y="841991"/>
          <a:ext cx="4592700" cy="40053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  <p:extLst>
      <p:ext uri="{BB962C8B-B14F-4D97-AF65-F5344CB8AC3E}">
        <p14:creationId xmlns:p14="http://schemas.microsoft.com/office/powerpoint/2010/main" val="35473249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61BD6D41-8E98-D9FE-C46A-1A1981A6B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D3A55C11-B41E-0A71-DB08-B1C80EE62F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 10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BF5FD58C-4200-B679-DE87-5F3B00523D87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0EA67724-CD10-E79C-02DB-5C9C141FBD3A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0761490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pic>
        <p:nvPicPr>
          <p:cNvPr id="1047" name="Picture 1046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4709" y="1860873"/>
            <a:ext cx="1116900" cy="1183200"/>
          </a:xfrm>
          <a:prstGeom prst="rect">
            <a:avLst/>
          </a:prstGeom>
        </p:spPr>
      </p:pic>
      <p:pic>
        <p:nvPicPr>
          <p:cNvPr id="1045" name="Picture 1044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7556" y="2245654"/>
            <a:ext cx="1116900" cy="1183200"/>
          </a:xfrm>
          <a:prstGeom prst="rect">
            <a:avLst/>
          </a:prstGeom>
        </p:spPr>
      </p:pic>
      <p:pic>
        <p:nvPicPr>
          <p:cNvPr id="1044" name="Picture 1043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461" y="2195835"/>
            <a:ext cx="558450" cy="1183200"/>
          </a:xfrm>
          <a:prstGeom prst="rect">
            <a:avLst/>
          </a:prstGeom>
        </p:spPr>
      </p:pic>
      <p:pic>
        <p:nvPicPr>
          <p:cNvPr id="1043" name="Picture 1042" descr="No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011" y="2195835"/>
            <a:ext cx="558450" cy="1183200"/>
          </a:xfrm>
          <a:prstGeom prst="rect">
            <a:avLst/>
          </a:prstGeom>
        </p:spPr>
      </p:pic>
      <p:nvGrpSpPr>
        <p:cNvPr id="1" name="Shape 1029">
          <a:extLst>
            <a:ext uri="{FF2B5EF4-FFF2-40B4-BE49-F238E27FC236}">
              <a16:creationId xmlns:a16="http://schemas.microsoft.com/office/drawing/2014/main" id="{1E22E50D-10FE-8AD9-01BC-1906828C8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B3A6D1E6-9A5F-B6FC-2536-812FEAA20744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Riley, Taylor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1E113780-A81E-D528-78E2-B0684CC372C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B40A1286-F994-830D-3A7B-AFCB4BF602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10</a:t>
            </a:r>
            <a:endParaRPr/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0655549F-6C73-74A3-442A-CC8B6B0499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2EDF3EC3-C7DA-9972-CD05-7CF42912DB8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EBAC7290-21B2-342E-4C90-E270C432D1E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89338A63-7B81-9220-9311-FFE3725377FD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Jordan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CCB3E5D4-32C7-371C-C1E4-7438ACFCAE8E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Drew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DAFDA357-B4FC-862B-2C8B-04264AEE302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46" name="Chart 1045"/>
          <p:cNvGraphicFramePr>
            <a:graphicFrameLocks noGrp="1"/>
          </p:cNvGraphicFramePr>
          <p:nvPr/>
        </p:nvGraphicFramePr>
        <p:xfrm>
          <a:off x="4210659" y="841991"/>
          <a:ext cx="4592700" cy="40053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  <p:extLst>
      <p:ext uri="{BB962C8B-B14F-4D97-AF65-F5344CB8AC3E}">
        <p14:creationId xmlns:p14="http://schemas.microsoft.com/office/powerpoint/2010/main" val="30027818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FAF0522F-E39E-ED8E-22A2-B772FB6AF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2580CE58-4418-48F5-B3F0-7D5BF75FD4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6FBD28D9-7AE2-9638-AD42-070C156EEF9D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53CA45E3-837B-39C3-B6B7-B6B37C960AD9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3866812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B51FEF9E-8F21-DA4E-52CC-BBD23215C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413237B9-3190-879D-7CFE-202DCD3F825B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72F0ECF9-BA66-A73F-A179-771B5E7CEF9B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95D0E72C-FB66-3A87-E637-41FA31BEE20F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5E97E966-3D7E-C0D5-7083-CB55B4F544D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0E68B472-2938-6E84-4712-13426663DB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979D445F-D0CB-D9CB-D3B8-797E5F40F59A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C7280481-9665-010E-D0BB-2F01495BCFA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3B06A73E-5B58-BE6A-440E-AF62D171271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B74FF9E2-7F10-8E0A-FD10-C9C6A4FCD30E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1775D915-2B17-379F-644E-44ADE49C19B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C952B51A-4D09-8130-89F3-ED9F1F705CC5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BD839237-92B1-4129-C3C0-C15B42E60520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D1802828-B797-9F0D-4456-BAA4D8144CB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34003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144A8932-96B0-6455-B611-A5E5056AD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0AC04702-86B8-C19B-9C60-8FA88FB11C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427E6B2A-13AB-ED5E-8702-7AF2FB4E723B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0FF5FBA5-BE02-02D4-F53F-36765D9AA7D9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0774194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1C768C13-F6BA-A338-B4F6-25DA4B063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CF7FE2EF-2786-451E-011D-4A6BE57B720C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AB07F8D2-0091-EE0E-BF13-2CC2E555CCF7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24414E66-1299-CA3F-14C9-1411D0FF7196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534ABEF7-8E59-D102-5676-9973E34BDB8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739547F7-E4FE-7281-2D72-5C0487E292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ED79E6DA-C674-15DD-5379-FA60A1EC1877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0AC22C81-5775-FBB6-172C-3F21644B800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7C7DFAD3-7D2E-6A97-82C8-84FD166CB9E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21A303C7-62E5-104B-B355-E9023A4F8B4B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7D7443F7-7A06-770D-8300-259AFCB8992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3DD9525D-104C-C6E9-19E9-BBC7C1FB2DEC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D8E439E4-A980-608E-F816-D6DFAAA3175B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C8E395BB-42BB-7293-26D5-B5CDC948C70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07916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CC2B0092-02EA-739A-FBDE-829B22372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805D2D97-B648-F372-B9AE-D998709243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270E1B20-F853-E6AF-61DC-2CDD4E92BCEC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4868F336-AE2F-210F-672A-7A7FE2BFA5AF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220770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86C8D338-D62D-ED82-F441-B64A0E2C1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A16FF97A-0A15-5E03-4ADF-70842F4F7D6F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E44529AF-8458-CFD1-28F6-919F3A686ECD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BFBDA9D5-6AA2-735D-83BE-773E7E0A9AFF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0C7524DE-6146-4567-1C41-8458CC10C4B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49C1A494-2AB8-DA5D-FBB1-6B9B51EEB8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858001CA-F847-03F3-87B0-568FE936448E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BA600D1A-1568-93D1-A086-6BC363CF212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9B7F7A63-348F-14DB-C4E3-8B6E4818DC1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A9A85DF2-078B-2C01-F944-F4DAD1A87596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FF0AA72E-BB64-6ED8-9264-AD138DCA40A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B3E30E0F-DE34-D9F5-6B26-683F40F3F7A9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560E1945-869F-7001-8DE1-90F6BF8CE2BA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1ABE1658-99A4-5F5C-F5C0-620796EB590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31557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DFADD82B-C3AB-3A13-7EFF-3D2452B8C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A7E613D7-25BF-4422-5773-2F5E3E3F03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2DA161FD-2D7C-1420-ACCA-5D5F19B66C6E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1EDFF527-42F3-710F-CEB9-261861379304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6059804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1A5D1209-6F8C-A2B2-7418-6EFEE5728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3D2896CA-31B3-FF35-6849-24B41A5BFBA7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7D02A0D4-E3B4-C1C4-48F4-516A9BAF60FE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05F88B92-AB65-1C9B-785C-55F5B8615BF7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2A711C70-43AA-F27D-3905-CDF6A527199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70F7AF57-1811-C998-0783-B1365A1594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77B5DE69-1025-E5D2-B778-8B1B7312E6A3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3B1690C8-5E62-68C5-2354-E08FBFED661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3A916017-9ED1-6F12-DFE3-3D7E379BB6D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B99A3366-62CC-377D-BA71-E4E7AADAEA6B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7E67C13C-AC76-22A9-6CA2-68495840CDF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6DEC49EA-2843-DE45-AEA4-586B23BC6336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58157EC3-5F35-BB06-62FA-4B85ED54F9E3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C51D48C9-D47E-E441-2747-3150997E832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73323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074F80AF-6940-5B82-6886-B2295E754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CE919F64-38AA-D019-EE20-51C57AE0D4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B3161090-C9F5-0177-F446-038924758EB4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424414E6-6881-EFEE-9BC0-3563FE38D796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2195622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831DED46-5438-20DC-0EE2-BC700FAE8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6ED9D958-B0E4-F8B1-4C87-9DE3A122E074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B274673E-56A8-988A-021E-2750876C149A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8D258639-CEA4-B6E7-F280-DF09ACE8F9A0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62CB8A60-35C3-3A8F-F816-5AA7CF094D4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113D9CFC-0423-C589-FE6F-18BDFC76F9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9E7228A3-0997-36AA-FCBA-CBBE5142E4AB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AAFB0298-BB83-DC85-6483-91DFD42DD38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3C5CB155-252B-FE82-03AB-0681FA48368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AF7E03DA-659B-496E-BB48-1888D795AF91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100FE9B1-979D-401D-E195-B1AF1288A28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D3A2883D-8ECA-B2A3-6E22-C3E28789936B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D8DFB985-A70B-CDF2-9C83-52C559AC4DA7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D9983BE7-0B80-BEE6-0A90-5CC8C03FD35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4590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D6420B17-DD44-8608-F9DB-86B412C23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548A4593-BBDC-CA24-6067-BB28676A4F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6281B518-FA5F-1A81-767A-D6F8924425E0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774208DC-A054-6908-72DA-6189622DE8DF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3819689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E32464BD-21F8-7575-CDA7-7CB8CC6B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F92F752D-4289-9F24-88FC-AD3703FEAFFD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A6228556-5D61-E1AF-D9E2-5D884E47C17B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FEC55C5B-51D3-E5ED-FABC-7546C6A476B7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642CCA6F-7D5B-7C01-6742-9A24A01FA1A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67281899-8263-8F7E-154E-39C33515F5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316BF3B7-38D4-DB18-6089-358B68D9A181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9AC74160-0997-A6EC-69BB-0E342DE8512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4EB32055-D7D6-A786-B5C4-B7D78FC100E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4A345924-9187-6D04-AFE0-7271F019DDB3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7183574A-5AAC-D39A-30FB-C5EB0AF624B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DFB16D9D-0D95-923A-6FFA-4C72AE27F7E3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240C9D13-D72D-696F-EFD7-1811748ABBB2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B6F8008A-441B-46BE-0E61-CD822780AFB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29658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C5445CD3-7AB3-AD45-AF2D-81A539093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6D48AA42-5950-19FA-E851-FE3B64DC5A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B73BF4AF-E73F-20E9-DEBF-2C38F439F26D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D6E96BC4-3BB1-0BC8-A8B1-193472102540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8488265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C4F3EDBA-4057-45A5-F8EF-E3156D219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56A579BF-E8C2-597A-0E56-5086DF298DF7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BF2F277E-504E-9FAE-45A9-6D1F4E1CC83F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9EE890C5-4823-95E4-0B6C-9E2A3475489B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38FC8899-7CC7-2EB6-1A61-1521FB810EF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1085B597-6DF4-5439-D74F-BE7880A390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816569F9-C2B8-E5C2-46F8-15C45DDB5390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25F1DB55-7186-FA5E-D449-AF1E15EEF88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5E488A23-D28F-AC26-21C8-C46B085BBA5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DDD1EE44-94CA-7EA5-DB31-2A4D5D01591E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E1FD07CC-9EDF-3025-00A2-B7F786D7515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25021B6D-9C12-7794-03DF-5008D57F45C9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D132B5E5-25C9-EA89-27B6-E63808C560CA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51BA265C-706F-7995-B8D3-9CBB55C011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80240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031D6DE5-0AAD-B86C-99AE-F6F05F2D8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BEAC6F58-BD71-56B8-FF4E-739244B793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D52E907B-5957-21AB-B520-9CA44E08AC3D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3E6F00C7-6FD3-1E20-C0B2-3D4526AB1B19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4927389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56E0C993-5D11-1178-C3C5-293EAC813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AA513585-E2E0-DCF5-BA53-2D70CE18E597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7658E4D6-DE71-FA41-2406-DBC846028ED5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B463E41D-5ED6-5026-F7C8-0D34CA998873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6B6671D0-4240-2022-796A-511E3C49707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CF0FE9F1-7F4B-0A2D-279E-D1336715E7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63E3D7DB-F47F-6AF7-AB06-F8B3227EA806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445CDD15-4B47-8D5E-09DA-E848F46FAE2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769BC662-35A7-8481-615A-84E4EA3FA5B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33EDD0F9-7108-89AB-7073-65BD1B578A8A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63915438-23A6-12B2-C500-B822B0FF33F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E4C5DBFD-2AB0-206F-63B8-B387854FBD90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E779B345-FEF3-C55E-BBC4-E36C4A13811F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405B6B8C-03F8-6098-7C26-85FA17D3917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71318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041D86A7-F21B-F27A-5363-90B2E000A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41E51A9B-9D12-CC10-BA09-8458848BBA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ECA0984B-C225-944A-B950-8D73BFE43FE1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99C6E67C-AFE1-7FC0-91FB-825DE4F014F1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2084478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F4311717-0C53-6952-DEA4-498FAC551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88A6BD2A-5AB7-7D4A-DDC8-8559BAF23D4E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A76F40E0-1D27-310E-EC73-091AD71DEE00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9E383D6F-30D6-BB35-C8AA-393DDC5A1ABA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32FB728D-4562-B545-1D8C-1F24D7E19BA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DF1911B5-4A9B-13D2-9844-A5CC4D59C7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8F05269D-E816-F3B3-D58F-06CDF2A766D5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B997E073-145F-D647-D06F-6AAC0D936AF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02600243-7948-007F-E72D-4CB175ED140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5F317E24-D0E3-5802-09B3-A321DE976D45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F9D1A7BB-8B12-43E9-E6F6-EE79E4931CD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B9609DA1-AD78-D029-07B6-A7D7B8B701F3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658BD3F0-8499-1AC9-96B6-1D753BFD5E05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4E3FB0F8-5151-4448-E616-49A5537AA82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84914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255535D6-CFC7-CC05-CC0F-380617CED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518EEDE3-3EBE-E10F-7AE7-8805BE0CE7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ABAA243A-4C95-2C75-A69D-95E8A9BBCB3E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5C40A302-7722-FC9B-9129-713055E20658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6824690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067D2D12-C72D-3F4C-27ED-EB00E8869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1939D37D-CF29-DF46-4D38-E14EA4CF620F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63C02202-33E3-442A-D4F5-97EBE675A79F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7448754F-D30D-5A3C-3A27-F1ED823E05F0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D037365C-D303-B33A-D223-C041251D0C1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A67E7978-9D31-7D97-ECB6-36FB7C6C2D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62173BBD-532C-1373-FC96-FB7517DEE2F7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B7D2B2F8-A3DD-FED5-4D0A-34487C2D96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1B5DF217-9237-F1FF-CEA7-64B3A0FBAA5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7C61B88C-D7C5-6A4F-1702-A599446422C0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188207CD-82E0-2056-9AF2-235DA878464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FFE236D5-DAA2-752D-95F8-C45AD278C62F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631494D7-ED10-1C33-4B69-DA38D33EEF53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A45F1118-A81E-6DDF-FE39-492F5647A51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25861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530D10C3-D48A-2D49-20CE-F45179856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31EB6384-51A3-39EB-E7BC-4208621494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6C2C2380-6365-55DE-0216-782DFF06AD5D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1154BF18-7B79-AA73-3690-828A4D2A04F0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1336386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A093BE96-44A0-DE25-2642-1B861C723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A40A7074-31F6-E90E-0751-FA2D71AF8E98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B13C35B3-6351-2975-43B5-93755FCC5531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0ED196CC-F10C-C05D-BE22-90FCF2B9FCBC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E4980FBE-BC7E-10BE-47E2-BE140CA7AEB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5761A1D1-2A42-246C-D389-D44BB0B961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E54A810B-9F3B-E894-B256-5CCBC641167D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2A797F7D-1CDD-0417-F749-2CD8EAF942B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A9250BBD-3406-910B-B233-15758C41E2F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04914FF1-31D2-D798-E578-94CC23E7A79A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D5FFCC82-54AC-9ECA-84D9-1B8E22A5B99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882E8575-1D69-54BF-8F34-F2D412A02F45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7EFA9145-2C77-6071-867C-AC17E9198503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9C16FB13-4947-9219-6C2B-0F54A50D73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26845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CCAEDACA-A9B6-C6FE-E6F1-B3C29F11D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CA12CEE5-F968-FD05-094D-FA4E82B33E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2CAC52AD-3297-424A-9BBA-4D89E0B4FF01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66AB8C98-6E2B-55F5-BD9F-27AFE710A938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201507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4C6C7174-267A-C023-67C7-71FFA7C69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0E7350F0-336E-015D-28D6-DCF6E4805491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4594123F-5BFD-82B5-BC6A-F45870329AA1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43784739-F69D-4FE1-43FC-CB84DF34F076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4D2673F5-B540-C0D1-EABA-40390F337EF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A2BAC5F8-E8B0-E223-622B-31B5692AEA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D04628FF-50D7-5077-B8BA-B305DF0F2917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E0D7B988-CB8A-85F6-1890-7F7CE41C8EF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0FFD9E81-040A-55F1-1CAC-2B5DF9C644C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C93885C5-D29D-DB22-0817-DEC061A8E844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1E9BB35C-4E8F-3965-D27E-89EE146A897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34DE0C2B-DC15-1F1F-4547-C03287137805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6B62ADFE-E09E-3A31-0DE3-9B396A5C9672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965F3ED2-A531-FA7B-9159-E325632CF9F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65296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6E1727B6-5E00-7912-4AA6-08828FBB0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511C164F-E1B1-503A-FBC7-0296511278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444FBFEE-8670-B84E-9E67-565DB9A94022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7C8852F8-4069-F1A7-E5D5-6F17D0589B27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5580269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AC06F8F4-B5C5-45AA-D37E-639FBD44A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9462744F-5001-8522-2145-33F7C40B8E15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3206594F-5E47-DDDB-E901-54FF0EB94992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12497463-0EDD-B20A-DA7A-0DB0B782C3FC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F1BE99EF-45A2-087E-DDB6-C4EF4D26878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38BF1074-58AC-2715-F016-D877C5804B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D3FA3B0B-6510-2A20-C63C-E550B90F7A1B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CC9CCB1A-41DA-A9E1-51CE-30EC4E1DAD9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00737A80-E081-FBCA-E8FE-57C10D9B8C3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BE5DD271-319B-FB18-C7FE-E759F5E82052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BB43B67F-5A83-76ED-BE6E-860AE473CE0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EF2D70EE-90EA-668F-50B5-734D8E64ED20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CEDDCC7D-001E-2E94-47F6-46DA9C98C104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DBC3C857-F6ED-F197-C7AA-CBC08B2A34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310754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A2D3EACB-8FD3-449A-6DA8-7AEB63ABA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5712BFF2-0DD7-7188-DC65-D8F37E3598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EA012F4B-D48E-EF0F-40F4-ABDCBAF381D9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95123BF3-4496-EF67-590E-DB286BA98F9B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4269998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D33449A8-B901-2C3A-6C11-F554AFA70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CD8690A8-CDFA-7D62-36DE-93D3144424FD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27F56E5C-71CC-C739-C47C-AA878FC66F39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52AF26CD-BC0C-19C2-C582-5E16F61535A6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12C12E3A-D869-E8FC-D89D-9983A93DE28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85D1E5C9-A309-DB73-CCD6-FC47715970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A6308116-0DAA-2E91-ABB7-E22375785CC9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816E8DB1-D908-E65A-316E-C91DDACA884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64028509-2280-0C95-5DB8-60A3A680E9B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9751C026-5A18-9544-48AE-BE1B6B60A030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C4421F50-2AAE-F131-58BB-71C70AED5D6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D333F2A2-82CD-E5E1-DEBB-9C5C8A25C949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33B717E4-65EF-BE61-438E-964647A61FED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2D42496F-C84B-E0DF-2818-146A8183B4A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96391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F211C51A-9D3C-11A0-75C4-4B83219E2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36A61F2D-AAD2-8B1F-C685-35AF306C29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F43A06F5-DFB7-24A2-5E24-2E9B81CA923A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A462D56A-8B6B-0FDC-7A91-2F33D91A929F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6566724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16FCB8A4-B94D-1759-197D-62C75B138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C26D242A-FBD5-C317-3E8D-690E47161159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EE667868-16BD-B5E2-3019-139FC81D3B6D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4889EFAF-1E7A-032C-9876-68E58705E7CF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4BA53FD6-22B6-66EA-2C3F-B1257B9DC62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8185520F-1A3B-BC00-C77A-F465FCC260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71C38D7E-D6C0-1D82-E583-7489803086D6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F1899C10-C049-52CF-FA83-06264CE790D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0ACDB84B-4C46-6B6F-D9AC-EC71BB42464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CF1B092B-9071-795A-E70D-3DAAFCFFE82C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9525F851-9154-85A9-30E3-945C083DB84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18E32561-BE44-95B2-7F95-1EB2D05A5B7E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E8D58EF5-60C3-8E17-8C2F-E03560734B65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907A9293-741A-1856-F9E7-397C2031B6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16108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9135B68B-6D32-EC7F-1F60-866909E19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74A00D28-4A0B-E8F1-EDA6-F5BC210930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2645B94F-3136-D12A-0D32-1DFDD00D292C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4BE07A90-186C-A6ED-382B-DC69C3D8830F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7388830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85FA1137-A70F-D86A-73E8-317097670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C6C955F7-316F-6BB0-D1A5-524C58E1A65B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C529BFF6-462D-8955-BAAA-E802937A38BA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2031DDCB-334E-A99C-7E23-047D41925A7A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A8C3C528-EB73-229A-3511-CD5E2A439BE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6D487ED2-4FF9-C687-ED33-70D1FFD9A4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24629A04-E2B0-9F2D-5F4C-A79718974920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9B6FDD77-E036-DC6A-A210-B777A09C34D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CB78A250-C34B-338C-19F7-302EAAD1028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8CFEBFA9-7049-68E4-9B8F-EF6B49DF6314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A675B144-812D-D39D-ACD8-90CA2ECEFCD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747A21CB-D5A9-C667-B044-6420FE5ADEFD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68E8248A-A58A-E6BA-526D-A20F1A78DA77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F71922B1-EC48-11B3-9A1E-A10A83BBCB7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79040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F61E84A4-546E-C2D1-F090-286EBDBA4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CBDE9D61-6137-300A-F8DC-5DE5A0C061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D46146AC-A1E7-288B-EAB5-AA2D02A2B08B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94C954B6-D208-9941-53B8-A7676526C8BB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966552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07680B6E-3F48-613B-F159-F5A10C082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A8F184A1-4E8D-877E-EAFE-42F7672682DA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80B633AD-298A-AA6D-9AEB-F553E05A59A4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67049A08-635F-0C49-A813-34172B344770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A6940630-17FD-726F-98A1-3050FDA5A92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2FBD23A6-2C53-7887-FF82-39A559055A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616BC524-E051-F507-AA11-CB344A0316A9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BE472E90-A8D8-98BC-92F4-3D609DD9972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8A1930EF-1D83-461E-A24D-438137D36C8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3E0F9896-C85F-786C-8487-76C0BFAD9115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E339552B-270F-8F74-062E-0AE1B9DB322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8DFFAA26-461B-988B-33D1-0F25B09983EC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F2889512-6C01-5871-5D30-ABD00CF4EE40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FEDB06BA-B90D-800F-150B-D6899034A69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41425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4ADF5CEC-5524-85A0-8950-CCA19FBF8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80ED52A7-DF4B-27C4-2E58-58A8062301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FA7DB006-467C-681F-D22C-9A1F19DFA32A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2DD78320-B30C-534F-8257-0203582DE8E1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0130310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6DC5A654-094C-908E-B7F4-1C78E5559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4B8E3190-2772-056C-9321-1FA128AF8B1B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73DFADC1-E00A-11A9-C2EE-DC3A4F283A22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8DB57A6D-CCAB-9352-9F08-83465B631F57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32565339-62F7-0B3A-7537-EB35825974C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F8EDBA7D-E7C8-F4C7-BE3F-2B91E5FA68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6367E676-4698-4E55-D744-CA7BBC2C0FD7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F9F19EE0-0B9E-AF76-B292-9CBF473947B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F00D7B36-5439-C4D5-5841-5B3A4E78018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50AAB18F-CD7E-DD56-0378-15104EB799CA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1D9702C7-D6D9-81A8-7C91-5F4B7D7D1C6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70306250-2EC9-2311-2AFA-042791B22090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33A81A5C-24E4-3DBC-1CEE-62114FF3ACC2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20A2C905-C369-4DE4-D94C-9A65F4F0148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613570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B6F1C07D-FBF9-1808-78B1-F5D163350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55CA5079-0DCC-DAAA-DF63-27B0CC003E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E5427700-889D-1D64-EEAF-697727324D3D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6C933550-DAEE-BB3E-F493-16C7DF06878F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1474342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1C39372C-19A0-14AE-3685-ABEB28DB9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9E870816-9FFD-2BE8-ED78-99D49CC2F72C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3AE47B51-E20A-8F91-0173-91E9F86FC820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BC39335A-7560-2D1A-01DB-77873B65E163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3B89C54B-2AB7-88FC-F2F8-58D434877F0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C037A0C5-6FAE-499A-7A18-0636208330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1D27DCB4-756A-C4BC-AEF6-F2551B6CA572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654B9B00-208E-00C4-CC95-A01FD4BA133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DF95045A-AFCF-2CB2-84CD-F9A971C135A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0B92E431-AD36-B358-C216-C1D83576461F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FCBBCD66-7A0D-B60B-A7CD-0D16ADF6B3B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42906318-1576-DA0B-E9B9-E86A40730E0A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51DE7583-9372-C1B0-F443-E6EB766049F2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B4976B70-921B-98B2-C418-85CCEF301E3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52562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CD57F230-FF19-2E1D-CBD7-1BA63B0AD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38395C66-99C6-3983-9FF7-D5909D2FC0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1136934A-0284-7AFC-7029-8DDFBE1F9896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E190C60B-A9BA-F772-1895-C9B983AA4F13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4516796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A204FF06-177E-ADFF-97A9-44B1BE5FF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3F7E4CBC-C93F-14B4-BD9A-0BFE14AA4F7C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CC6D6805-182F-5D7A-CB30-B75972B79203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2738F95E-4F04-3B2A-BA12-50F95043A7CE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E675FD30-B106-C160-46A0-652C2018D4B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F193B0E4-A2C5-5E59-9091-5E5C7B2132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7B83622D-1F98-B9FB-C738-AE32CF3DB17E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3ACD7EE9-8C11-243C-22E6-B11F41BAAC9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18CA9834-ACBA-F697-245B-68A181DFC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1109A04D-5E19-0591-3E33-127B8E540B64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529AAAFB-2FF6-40EB-82B0-B6DE66ED6D7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6522734D-4201-4BEA-7E72-A405787E5677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29E5C621-DBE4-129F-2DD9-CD15250C5424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4772C668-362E-D890-0554-248EA28C200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115448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B0164B68-C6B5-905F-A1B1-81F1AC0C6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06C0DAC9-8FA2-7E21-DED0-D365C3AB6A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C0300640-CC62-C7E1-D6ED-0A75BA6A97E4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99AEEADB-20E4-76D0-D7F0-D23A0CBF77ED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5809972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7C66DA5B-8B2E-237C-AC32-4DCFCB5EE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6717038F-9479-BB16-D621-927D93FCA001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07F3AAD0-B001-E223-8A3B-83FBC816D780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41321159-E2B2-0B2E-DFB3-45E712011346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8FFB3C63-505E-1F15-C499-490513AEC0A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92694013-8542-530E-11A4-785FF4FF76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E5B996BB-8D2C-B746-EFA3-737E6F152D58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DE4578E8-62F0-E8E2-C655-4CE4E48DCE9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2E5A7C8E-B66E-B3FC-ACA5-20AC55F8F82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628CEEAA-0D7E-4E4A-90F1-39B196E14361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884068F5-EBB7-AE28-BA9D-B826F787072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CE98A563-BF79-2BE7-EC8B-DE38792FFE17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605BE7E8-E3E4-ECB9-E407-24C8A46896E0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D3DE2DF5-AD64-3341-EAC2-BEDCBB0635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535312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15ABEBC4-8C8E-8F31-232B-16C9325A3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EA81FB73-256D-DB0C-57DF-0E04F08C18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D2FEAA8D-5A25-F05D-8286-B70D53D8BB10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2788BB1A-13B6-B2DB-9CE9-B04BFD57D097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3551201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318D0785-2379-EE25-E2B7-2046CE0DF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10A280E8-B9B3-5361-DC9C-F1CD2EC43F1F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E1C1BC9A-2C3E-9642-3D86-35151AFC2193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5968AE5F-A65A-6110-2153-E1C12646DB78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6513A0EC-15FE-D9FD-7F41-205BC4EFE6A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30E984DB-59D5-F70E-FA1F-FC2DB86C5F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4C02DB45-9FBC-659E-80A5-4A4BD18CBB62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E2730C5F-A1E8-268D-F861-D153F8DE239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916FDB5E-1DD2-4C73-FDDF-F60F2CCB2B7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F7558918-E71C-3299-1FF8-73A08CDF276C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94D1DD11-59F7-A6E8-36B9-E4ABCBEC01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512D6876-1FB8-C568-3881-AE7C92734711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6E59D107-BB10-6434-0A5B-DD1A10943C67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1A76AEFA-2891-2D3E-BB61-14F8E42059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15687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8BFA3954-FB05-F97B-BA23-804BBBFA4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D19069AF-2A62-1F97-A5DF-E5930D55BB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14975215-03A4-C856-E874-826DFBEB806F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1829A8F7-244E-BAFD-0436-BE277A11E557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6822011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CAA1166F-BC45-5933-0DF6-373D4F5F5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158187E4-D394-CEDC-6D60-02B233F53810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ED6E35F9-1ACE-3CFF-F957-EBE162466A90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1F3AB9F2-FB47-BB53-EFBB-DA0693626A22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67F18BDA-43E4-0AF3-6B1F-B9A222FF98C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DBA15FDB-78AA-F9E5-0CD5-8E68ACEF91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0D35EE0D-64FC-6258-AB5A-B0243F12EFBB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209462C6-661F-B3EA-65E7-975A9EC7D8C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AAA17FAF-0D39-1747-455C-9CC1E0715DD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CD23795C-6115-2B0D-94FB-947A1850A0AB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B6F97FF6-68A6-A662-B71D-7EFDBEBFDC8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44CCC8F9-EF58-5420-8C6B-1EB97CD67F96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004BAE0F-B59E-3CE0-C14B-331B50DEAE83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12FEE189-3A45-77A2-6D49-07F34B35F10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142363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063A89DE-9FAA-A48F-6F13-214B29445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BCD203F2-5909-178B-A6F2-1BF9A3F996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969A496E-9367-8802-4AEC-5B2027F90E1B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22166DE5-D8C5-B769-DC93-A47E1A94D739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34046652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104E8E57-EEAF-83FB-881F-5806A457F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CCC81302-3A01-F5FC-0C48-021D0CF2BB5C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EE8BC6B0-7D97-43BF-8BD8-8DA47757ECE0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94722C48-8721-8841-181A-788FA2024536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41B4A400-3333-5770-0A79-00197A34908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FB914318-EA6E-7B43-D654-121876A49D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0A188B2C-C712-CC08-7C27-0463BF106343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5B9B29F9-6BF8-EF1D-EA82-A5FE9D3220F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E487FDD9-2B9E-5CEE-C799-F02ACA27B6F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5CEFB619-5E1A-D567-1FDA-7C80C97C46A3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A3144909-F414-66DE-D75B-8C3AEE0C2FB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9DEEE497-3CBA-EA61-CAEB-EE043EB6EC25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F10BE645-9B70-F033-E6CB-DEB81B800358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FB95EF9D-7D54-EED6-19A1-24E999DB033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980931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2902FA33-A717-67A4-71F3-C885F8A42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585BB479-D4B4-7C79-0BCE-A937E472E9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85AE07FD-EE17-C017-F386-6F9D56773E99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305F7950-343D-A9F8-0E7E-354099F5D61B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62274163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FD88AB5A-C5BD-1E41-75CC-5CD70F069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A604A0F1-F122-2189-0B36-46D0E6CAC603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A96449D8-55A9-704C-3E6F-08AC890AF002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720C1C69-59E2-2501-DF3A-89A04116C3C6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1E5CDE98-70C0-86F6-FBB1-926DAE5A5BA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66EDCB89-2BDB-3CA8-24FD-38B08C01F2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2CD74681-A2E9-9714-BE5A-566835ACF824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7194AC2A-5421-9E74-28A4-D2EB6290488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E5772E77-3F2A-7509-E561-B0AB926D847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FFC4F469-271E-61F8-125F-E90C5FD332F4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F8542B6E-4DAD-7845-F7C8-3020CC9CF2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4CD1D00B-42A0-F234-2DD2-D9BF32030A43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18CA06A4-A8AC-C704-9ECC-58A7F778BA7D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62A7C0B9-008D-B8B6-999C-94161905B7F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568309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E793CE7F-CE87-644C-2442-76A301339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A8C06714-1671-6089-4AFE-EF4873759B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6357289B-81E1-36E2-B1B5-872FFC51C904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C556E4B6-50FA-E45B-7056-6C702215F6ED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61256746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F811238A-9094-8585-7192-C1D82459B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BFDB1CAA-8D06-7CB2-1332-0381BBEDD2F4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D79B539E-3145-832E-0C68-0B8705379DCF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6AA140B4-E1A2-41D3-5492-7664FC1C0EBD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CD7F3298-DE27-CFF0-903F-C1E84FDD4B8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4DA9AC93-D6D1-A111-CF19-8813DD9E61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C634D8BE-8FEF-296C-0B35-FC815DD3970C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BCEF5FC2-B263-6999-FF53-0524EC2010B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7AD637AF-C2FE-0044-EABA-86AF3ADF240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A86143E2-BB59-0378-EF5C-57E26E40EAA0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43983C5E-E656-D455-703A-BFF76D544FC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BA7474F5-2E91-365B-FD7F-FB6F5E71AFB5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6974FC8B-5068-3F50-FBDC-BFC94196A9F4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8728026F-8BB2-32A7-EB7F-D0F7DBF82C2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845916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4CCD0435-BFE5-6F3C-F5DF-4552F110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2C4D4F0F-39BE-4118-D914-A27B168572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B5CDD599-DF2D-5F56-0FD6-16072B5BDD57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EC68F618-A34B-15EC-AFE6-62CBB44B631E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85546082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F161399C-7FFA-1ABC-FD78-A9EF2B270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FB4D3C3A-BEB1-F05F-1C0D-A19AA0C50D20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9DE52CBF-B3A4-6135-1B5C-51A039E87001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17F0D73E-54CD-1506-F102-1E3F7D4DEE66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EED4CF19-D95E-F4F2-456E-F68FD49F3EF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14C8F5A0-A0D3-CB85-B11E-3C5498401A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1B57F93B-48EE-5010-E832-17592510F765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C60C4042-3F40-FA1E-C4C6-747D2942D20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08E433E7-5AD8-59C4-CD19-79A563AC590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E8886A7B-7299-6890-12B0-1AB74D347B94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230C2008-EE17-8309-9458-43F230EFCCC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081DF4A5-85A5-12B5-91B5-03970E8847B8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194F5A6A-6DE0-BEFB-CDFE-29C0C44F7A63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58429C05-7878-395B-BC5A-35204273BE1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232676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5CCAED13-B548-C6F1-A5EE-4AF34E34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3A11F43A-5143-FF20-78BB-09FD91F750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2E435511-BFE2-D1F3-5D74-F5A06C234041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843CBAEC-02C3-7F33-3976-5538A2587342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93428472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E70BDA06-0820-6318-94B3-BF633859E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C7D6AB32-C739-FA76-4BE8-C900B60BA7B0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F7F2AB85-7543-AC8C-F908-93303D9725C2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73FC9598-E8A8-1129-CF6C-9C7AEDDCCE46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45302A0C-9F5C-8FC5-3700-E3DCC68349F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0546587C-1A78-12A9-CC30-C5F322E38D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5ADFBDD4-CD31-6DFC-468C-C5CD847ABA25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E24D3ED8-2BAC-4633-EB12-EBBBD614471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4F5B6037-5B3E-C499-392D-E5B7BE4515A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943D2A87-DA99-4357-C1BC-93747EB5FEA6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07BA00A7-D00E-2596-E3A8-3479AA7B402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8E32736A-63A1-126C-6AFC-AD32A42C791C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63814ECF-6F4B-256F-1689-E4B02A27D565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E58A7ABD-8AC3-4EC3-3301-66F1E40583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668500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AF499771-3293-2F44-0B06-859D38662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B925FCBE-3652-8EA8-48D8-A0896D1AF8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F17C1D4D-BBC9-9AF7-0C62-A1CC6DC7C3FA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E9D495CA-96B1-8A4A-395D-8FFD23C74376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89591763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440A85D7-7AA8-D5A0-2E42-64B411D6F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D270D212-701F-00CD-8E1A-CA3DD04A5B99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C5056C19-EA1A-66F4-1ED3-EE432F4FC067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C0ABD64B-CB28-74BB-A47C-883DAA75F422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E6CDF2B7-5F1C-0292-0EE4-373AC34AA02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38E74C68-C8E7-B3AC-4CD8-7F2FA1C27D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38F46A12-6ABD-A397-993E-A19772E35EAE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270585CF-6AED-27A4-A047-DA0756AC8EF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AF87E646-54E9-6941-BCE1-A775FB7957E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892597F7-DCE4-DB09-9F4C-A27B43F6C92A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097E1C73-2F31-80BB-EFCB-A371558A724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D18BE835-65AF-7C01-4C02-C1FB26DA8C49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C95AF4E3-1C3C-7A51-CEFD-BAD40371EDC6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CA4E7E4B-9E64-9AE6-1695-C85BDBC908F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25050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985B1CB0-4EC1-78CA-EC9F-B18E0F4C9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374673CC-7245-BA58-F394-B45D9A9856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99D8EB23-0BA8-BA7D-9344-E3BA18332AFD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101147D2-7415-24B5-7E4F-282CA6E55953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05442829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759A8B9E-2364-DDE1-9B93-C04EACEB3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3FFC1F08-8E6C-AA9B-67DB-5DCCCA03CC29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603F9B75-594B-81E0-8A22-DE433E260951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4B4F1E4B-2573-B2A4-04B6-2B4DE855AF40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D307DC4F-1486-1E64-4DDB-01D512A935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C08C94D1-CF64-15DA-93CD-6D6A5B0182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79970965-7BFB-6F6C-F7CA-871439568CAC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C4C7DFAB-73E3-DFEA-8E07-13278D4C8FF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47D82094-8DE7-BDF6-5B7A-230A86F0BA9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92F5ED02-EA22-C746-1093-03E3AF3B2506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94AD47AE-3A5E-080E-D0B9-931B873EE54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F0102A8A-B8D3-8214-5C2D-DE8EA2694255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2A87BBFE-9388-7391-7567-13DEC59FE223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429A3E0B-486E-CD46-C3FE-74D72CA266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2862010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CF6704BE-EB5B-DDDA-65B8-1B79329A4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955A274F-65A4-C4AE-12CE-F5B67B7AA3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F300524A-8D6A-AB93-FB4D-00F0B4728FB0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05368880-6BCA-84DF-7F10-31A108B8808C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4610787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34B5F383-1E4D-9366-25B7-FB23281C1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71570DD3-93B8-941A-3467-A98297AF97A8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CE1BEC17-ADC2-4D03-C878-1AB85C6406E5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63DB1462-2772-337C-3B3C-6D8248A7CA87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184B59B5-4302-C534-A212-08DB7317AFA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FAFC9A69-64B9-949C-019A-8A751145EB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4C309EFF-80EF-3DF0-5A4A-6FD9758D311E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F671DE06-1E4E-5C99-7E14-04376623D09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603804B6-9F31-B224-AC33-52014E6F7C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FB4A543E-1AF1-808E-F752-57D865854883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FC3DE7AB-82D2-06C1-997E-C32F91D165D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2ED33123-3268-01A2-2924-37F522A807A6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32902AC2-DB8D-6FA4-8496-23F0FC2463FB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448953DB-3F57-C0E8-9CC5-8EE2C6EA16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4317749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4572E3B3-2829-1BDD-AE04-9C38443CB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1D6EE88E-37FC-3C98-ACB5-E9EDBD129A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C2947999-1B0B-2451-D629-FF3A6539F4A5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5BED7C21-FFE4-C1CE-E981-FBE3C3AE6500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16435378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24595A01-F34B-91CC-2CCE-1E1B08F55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E07B2DE4-4EEB-4E89-C60C-F4C3AD126BA3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D2CC8514-916A-CE8E-C092-EBB891234960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391A7794-99B3-D5DD-8D35-458994408DCB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C9532528-3206-F5CF-6378-69BF5DF3066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38C5CEFA-BCF8-A84B-C29E-545A68B2E5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71BA0918-204E-05F8-F015-68E5A3C51882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7807FAA8-D408-A86E-EC3A-68C22ED5317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C5263DAD-59F1-CD25-625A-75C53B0CE06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CD54E1C2-FFA4-D15C-3CB4-298E6D56C97A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720D9F0E-E22E-AEC2-2EAB-B52F20D37B5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0ED180BF-C516-71F1-7000-EDBDD2EC39B5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CB18E98B-984B-7EF4-D711-DA2505298787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25BE2239-8BAC-6293-2275-D3E30206E9D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8921678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13B06BB9-FF01-E46F-1FBD-AB84BECCE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4D90B05A-0F7F-9258-4B3C-F88A87125C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558E36CA-95CA-7429-FDA5-03AD8B106278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D7E75C88-E941-A54B-9980-D7ECCC3D6C0A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18063285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3CE4965F-7C76-DF79-B4F6-415D0BA35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5ECCFCB4-2CE2-E5A0-9286-A0339FBB7D23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F7FCD553-CF49-04EA-35D5-53CF8D8B1A94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09853F6C-17EE-9615-FB07-937ACC6E8E9C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652DB068-B6DE-E89B-CE6D-70528369397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5A15C5F3-7BC2-5CC0-419F-43881422C2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17E12AEE-CB47-C06A-AA5D-D513551DD7D0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5754A4D5-8923-E964-58B8-D975BE68766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CF69DDD2-2D92-3926-242F-CA7EBA8929B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52BDF689-6388-6BC3-6FDC-A7337C8618F0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70A85D48-8B9E-3C78-7864-7DB6EB7A691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7FC12040-72A2-1372-2D38-B84FB42E8869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92874B08-B7EA-F551-5317-BE293E31B3B1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E9DFA6C2-ADA1-C515-5DCC-DD89272D03C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3597721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343A1092-6A8E-4076-5790-7A9EB7F26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B424152E-371D-DBB4-5647-C54CD8DFAE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18E6B6C3-03F1-011D-13C5-78EAF2A7867D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9ADEC749-7292-50B3-6ACD-BFED9DE56FAB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59392272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651FA419-6692-E178-BC56-0247377A8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D5B3486B-63C8-FCC2-13AB-89FB64E37C12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D787B7EE-FE91-6484-FD52-67558C8E1C32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42DC8A14-D4DD-9B82-3B19-2A999DB91406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D06A567A-C370-08B5-6D35-4D07B956DDE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A7E34B46-CE07-336C-3A1A-4CDBBB3C96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78C93A6F-BF2D-4623-C1E8-0CC5F51105AC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5B4E898F-01EB-E7A5-8663-F37ACA26A47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AE6EB218-A348-B75D-278C-C6E469F8F7D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B060C293-9986-8939-9995-23AE69B70814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D837C78B-3FCE-0315-890B-EC6315AADFD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064801E5-B2DB-7FEE-402F-9D035FE0CD63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855D356D-161B-D9E7-31E9-B39824AFDB7E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5CB3C472-C5BE-353C-C5BB-BDEC7227E4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421578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7360A772-738B-26C3-3DA6-F39EE7017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CBE7C76B-5A12-8DD6-66CB-3C648D4CFC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9A23AED0-69E8-F01E-36BA-D940F6A5129F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14751308-AEEC-090C-C1A9-9C9C56CD8AAC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12362307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36EECAC4-75C7-9E6E-37C3-C16E6B7BC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53915072-1AE8-7132-58EA-2745BEB28EDF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EDF9DFE1-7F03-E550-1E30-139B65BD53ED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676191DA-283A-B2FC-0BEB-4F0EBD7DA57D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A8ABC755-A697-EBD0-4127-2542B037924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173FD755-2827-D551-08A7-C3A19BFCFC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A1BA8298-7E7B-707D-D2C0-A7BA5FB81D8D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F4ADD9A3-8373-02AA-4341-A451FF2B0F8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954D1288-B0EC-A5CC-CEDB-A345687E723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3AB7100B-5A62-3A24-AD91-131EAC35B2BE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B92EDD71-A049-2039-5A25-C8254D3D218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2FD37373-E345-3E71-ED69-6820B379C069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6EC8F6A6-2D24-C3A3-0A65-2D1077EE43CA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B48EB3B1-1FC7-0720-B840-A03CF12BB78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779404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0E833FEA-C4B4-5747-85B2-22A746ACC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18D7FC64-74F0-A30F-31C6-0112F1A72C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5CA289CB-73F0-AD17-0F79-5288A9F43ADB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2538D8CE-46DF-2B9C-4265-C529D003DABD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96518066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74A08B76-1170-CECF-7AA5-13A1CFCDD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08EA5B89-2AEC-3983-53F8-7FC03E3518FC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51D64D16-C753-383D-7F05-7765E8C09331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25B382D2-807C-9417-8F10-43533AD7CC18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F5634F70-DD83-39CD-CE7C-B077BE97891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12F7DC5D-4D53-A7AA-06C3-500F383D8A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7EA96E66-F28E-952C-9F7B-F2E42EA75B71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AEFA6031-D4A8-DD75-B1B7-528692B1A2E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FE0997A1-9356-7CD7-1316-0577354C0E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823D9E65-3461-79C2-5EAC-87A69EC420BC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227CE3BB-EFE6-2EA6-6D6D-D6244417833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500F148A-59A9-14C2-5C60-7D03CE74EB76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6BC80D38-4185-F310-27EC-3D8E02CE8099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FAD3DFE9-1BB9-63F1-AC4A-5D4BD8695C2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216674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50C36A6C-6ECB-074D-C86F-FDC973CE7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3CCB1894-8EFF-B2AB-A923-24B17D68FF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E6673877-A0B6-CD30-721D-1279DC27978F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8018A530-1604-9C4B-A4F4-ECF6D0E1025D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15928733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FECFBB05-8974-1CE4-8A4E-8C7FF7C4C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7C4732B7-4034-EFF3-C94F-65B022EB06BD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1ED20243-3152-63C2-2674-01FC912D865E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1CA66C0B-702E-CD25-784A-4F917CE06156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864C28CF-D8D0-68BD-0B20-9119793072F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23D52FBA-1F6C-E430-3A45-9D190CE6F1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6915DA53-127A-12F4-ADAF-CC353423B979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1ABDB14D-D1B6-40E7-21EA-3FF347FC5BA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DDD38736-4D01-C3AB-5970-3E8BC665284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FFA23A38-0B42-0E14-1273-E3481F7F5DC3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3533FA76-2BE7-B795-7D99-5BFE2EB2F84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B015929D-38CD-0A5D-FDE5-D0CE9F184957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C95C05A2-A87D-8129-4C97-839D3E15722E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CC31C707-2861-DEE3-E851-8B6FE2B1E1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169168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0B509A6A-C4A4-689C-7E4B-9444A26A1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DF38D797-659D-7C11-B001-708957900E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F39AAC3A-FDB1-ADE3-E138-E406C9893EF3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FFD7BB03-0760-9FB5-0B11-639A5B8F1067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8438600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8F1C97AD-8EC6-18DF-D30A-4D1068D61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E0BF98DC-8579-2C59-C613-BEFA3ECDCE4F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F5991CAC-24AF-BE66-2A57-0F0BC5A33F88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4F15B5F1-584C-2CA8-0E82-2E82FE2FC13E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2A9C9BDD-FEFC-3607-CF86-76C4C880114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58ACBCD8-D9E8-1992-2128-BC0115A60D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C2B78366-4854-E0C0-357D-AADA75F00A84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CC140971-2222-21D2-627C-39482244947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4DF7A1A7-C76E-40E2-0743-F517748E8D6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4A90DA01-8D42-87B2-D519-532089688A30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512B2F1E-A3F4-1BC5-7A7C-9F11DDE9F3B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FB625759-2B81-9730-48F0-DB4AE612C62B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8D80CCF0-FDAD-9CCA-C6E6-8DE334E5998D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AA7EE95A-D192-CF5C-B9AC-0746D8BD9D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994759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0E72BBFD-1729-10FB-167A-F4DFDF589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A7EFD9F6-1F6A-0A6E-44F6-FA3210FC69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557B3ACF-321C-95A5-E960-EFC7EB4DF5F4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94DB188A-0182-FC1F-F6BD-1BD347229BEA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60820516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2DAB06C4-C780-B166-00F2-AA64F9AF7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20D8EF77-5AF3-A8E0-C78A-648415951EDA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DA265655-4444-CF22-52CD-383E8779539B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BD7B5E18-3051-F7B5-75E1-73A5D72E4FBA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B1B46DA7-DE18-D815-11AC-7E570FDF7A6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B341AAF5-425F-FC1F-B8DB-35E006982B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A72B019A-49B2-68C1-4B1F-CE3421E5A326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13028AB4-2AC1-FD01-2EE3-4292A4F1266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DF0D53DE-2C26-F483-94F0-6F8485767C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AB949903-399F-04C7-645F-C9AD8FC77EAC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FC262319-EEED-9C89-88B1-9654E5D9FFE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EFFE968A-025A-7414-03AE-DF558B82798A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65AA3866-9AA3-DBEC-A97D-EFA8B548232B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40FFE863-816E-1183-6276-33579983BB6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88560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7B4B2ACB-32C4-4BCD-CEE5-B65F471A8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7203F9EF-71C9-9312-9179-377948200C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A7F7BE60-A681-4ED5-38FB-39F32116724E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11C2A250-7B67-98A6-D352-71C5B6D573C9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10465824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AFB5857F-07CF-7D36-D4F4-62AFBFBA2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14B7336C-8452-016F-C6B1-AE7FE2D8720D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B1C09F3E-CBEB-E0C6-FE02-6FC1BDDE903D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18CF1E39-AD33-E8CE-E290-A115C106396F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ACD24A36-E96E-6F39-AAFC-385DEE47300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BAF45520-A3B3-2ABA-988D-1712AA9CE0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406D764E-DE78-A7DA-8D8C-BD69E4D086E0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3CE6C4C3-7259-6833-DDF3-2C60B40C899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DE8F56ED-7218-547B-FF15-7D8C3064D72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B048DF84-8EC2-4E9B-F218-EEEC6B9A9F00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D521049B-4B82-E4EA-B7A7-9FA4C74C493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8227C8CD-6DAA-65D2-4A89-0F2D90CAF937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D83A48E3-A890-BBBD-0D80-17D5F1EBC761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9F6D9AC2-9B96-278F-5790-5629D160AD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4075002"/>
      </p:ext>
    </p:extLst>
  </p:cSld>
  <p:clrMapOvr>
    <a:masterClrMapping/>
  </p:clrMapOvr>
</p:sld>
</file>

<file path=ppt/theme/theme1.xml><?xml version="1.0" encoding="utf-8"?>
<a:theme xmlns:a="http://schemas.openxmlformats.org/drawingml/2006/main" name="Golden Awards Ceremony MK Plan by Slidesgo">
  <a:themeElements>
    <a:clrScheme name="Simple Light">
      <a:dk1>
        <a:srgbClr val="000000"/>
      </a:dk1>
      <a:lt1>
        <a:srgbClr val="FFF9F0"/>
      </a:lt1>
      <a:dk2>
        <a:srgbClr val="555555"/>
      </a:dk2>
      <a:lt2>
        <a:srgbClr val="ADA395"/>
      </a:lt2>
      <a:accent1>
        <a:srgbClr val="FFE0AD"/>
      </a:accent1>
      <a:accent2>
        <a:srgbClr val="FBAA2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olden Awards Ceremony MK Plan by Slidesgo">
  <a:themeElements>
    <a:clrScheme name="Simple Light">
      <a:dk1>
        <a:srgbClr val="000000"/>
      </a:dk1>
      <a:lt1>
        <a:srgbClr val="FFF9F0"/>
      </a:lt1>
      <a:dk2>
        <a:srgbClr val="555555"/>
      </a:dk2>
      <a:lt2>
        <a:srgbClr val="ADA395"/>
      </a:lt2>
      <a:accent1>
        <a:srgbClr val="FFE0AD"/>
      </a:accent1>
      <a:accent2>
        <a:srgbClr val="FBAA2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Golden Awards Ceremony MK Plan by Slidesgo">
  <a:themeElements>
    <a:clrScheme name="Simple Light">
      <a:dk1>
        <a:srgbClr val="000000"/>
      </a:dk1>
      <a:lt1>
        <a:srgbClr val="FFF9F0"/>
      </a:lt1>
      <a:dk2>
        <a:srgbClr val="555555"/>
      </a:dk2>
      <a:lt2>
        <a:srgbClr val="ADA395"/>
      </a:lt2>
      <a:accent1>
        <a:srgbClr val="FFE0AD"/>
      </a:accent1>
      <a:accent2>
        <a:srgbClr val="FBAA2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</Words>
  <Application>Microsoft Macintosh PowerPoint</Application>
  <PresentationFormat>On-screen Show (16:9)</PresentationFormat>
  <Paragraphs>450</Paragraphs>
  <Slides>100</Slides>
  <Notes>100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100</vt:i4>
      </vt:variant>
    </vt:vector>
  </HeadingPairs>
  <TitlesOfParts>
    <vt:vector size="107" baseType="lpstr">
      <vt:lpstr>Barlow</vt:lpstr>
      <vt:lpstr>Arial</vt:lpstr>
      <vt:lpstr>Cormorant Garamond</vt:lpstr>
      <vt:lpstr>Poller One</vt:lpstr>
      <vt:lpstr>Golden Awards Ceremony MK Plan by Slidesgo</vt:lpstr>
      <vt:lpstr>Golden Awards Ceremony MK Plan by Slidesgo</vt:lpstr>
      <vt:lpstr>Golden Awards Ceremony MK Plan by Slidesgo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Jesse Mogg</cp:lastModifiedBy>
  <cp:revision>1</cp:revision>
  <dcterms:modified xsi:type="dcterms:W3CDTF">2026-03-11T00:07:59Z</dcterms:modified>
</cp:coreProperties>
</file>